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handoutMasterIdLst>
    <p:handoutMasterId r:id="rId25"/>
  </p:handoutMasterIdLst>
  <p:sldIdLst>
    <p:sldId id="256" r:id="rId2"/>
    <p:sldId id="276" r:id="rId3"/>
    <p:sldId id="288" r:id="rId4"/>
    <p:sldId id="289" r:id="rId5"/>
    <p:sldId id="277" r:id="rId6"/>
    <p:sldId id="290" r:id="rId7"/>
    <p:sldId id="292" r:id="rId8"/>
    <p:sldId id="293" r:id="rId9"/>
    <p:sldId id="294" r:id="rId10"/>
    <p:sldId id="295" r:id="rId11"/>
    <p:sldId id="296" r:id="rId12"/>
    <p:sldId id="300" r:id="rId13"/>
    <p:sldId id="297" r:id="rId14"/>
    <p:sldId id="298" r:id="rId15"/>
    <p:sldId id="299" r:id="rId16"/>
    <p:sldId id="301" r:id="rId17"/>
    <p:sldId id="302" r:id="rId18"/>
    <p:sldId id="303" r:id="rId19"/>
    <p:sldId id="304" r:id="rId20"/>
    <p:sldId id="305" r:id="rId21"/>
    <p:sldId id="306" r:id="rId22"/>
    <p:sldId id="285" r:id="rId23"/>
  </p:sldIdLst>
  <p:sldSz cx="12192000" cy="6858000"/>
  <p:notesSz cx="6858000" cy="9144000"/>
  <p:defaultTextStyle>
    <a:defPPr rtl="0">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28" userDrawn="1">
          <p15:clr>
            <a:srgbClr val="A4A3A4"/>
          </p15:clr>
        </p15:guide>
        <p15:guide id="2" pos="3864" userDrawn="1">
          <p15:clr>
            <a:srgbClr val="A4A3A4"/>
          </p15:clr>
        </p15:guide>
        <p15:guide id="3" pos="7512" userDrawn="1">
          <p15:clr>
            <a:srgbClr val="A4A3A4"/>
          </p15:clr>
        </p15:guide>
        <p15:guide id="4" pos="144" userDrawn="1">
          <p15:clr>
            <a:srgbClr val="A4A3A4"/>
          </p15:clr>
        </p15:guide>
        <p15:guide id="5" orient="horz" pos="624" userDrawn="1">
          <p15:clr>
            <a:srgbClr val="A4A3A4"/>
          </p15:clr>
        </p15:guide>
        <p15:guide id="6" orient="horz" pos="40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le medio 2 - Colore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Stile medio 3 - Colore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B344D84-9AFB-497E-A393-DC336BA19D2E}" styleName="Stile medio 3 - Colore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83898" autoAdjust="0"/>
  </p:normalViewPr>
  <p:slideViewPr>
    <p:cSldViewPr snapToGrid="0" showGuides="1">
      <p:cViewPr varScale="1">
        <p:scale>
          <a:sx n="106" d="100"/>
          <a:sy n="106" d="100"/>
        </p:scale>
        <p:origin x="792" y="114"/>
      </p:cViewPr>
      <p:guideLst>
        <p:guide orient="horz" pos="2328"/>
        <p:guide pos="3864"/>
        <p:guide pos="7512"/>
        <p:guide pos="144"/>
        <p:guide orient="horz" pos="624"/>
        <p:guide orient="horz" pos="4056"/>
      </p:guideLst>
    </p:cSldViewPr>
  </p:slideViewPr>
  <p:notesTextViewPr>
    <p:cViewPr>
      <p:scale>
        <a:sx n="1" d="1"/>
        <a:sy n="1" d="1"/>
      </p:scale>
      <p:origin x="0" y="0"/>
    </p:cViewPr>
  </p:notesTextViewPr>
  <p:notesViewPr>
    <p:cSldViewPr snapToGrid="0">
      <p:cViewPr varScale="1">
        <p:scale>
          <a:sx n="89" d="100"/>
          <a:sy n="89" d="100"/>
        </p:scale>
        <p:origin x="3798"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ffaele Carillo" userId="b83180a4536c59e4" providerId="LiveId" clId="{3570F8F0-3F0F-49D6-9DA3-83A88EB867CF}"/>
    <pc:docChg chg="undo custSel modSld">
      <pc:chgData name="Raffaele Carillo" userId="b83180a4536c59e4" providerId="LiveId" clId="{3570F8F0-3F0F-49D6-9DA3-83A88EB867CF}" dt="2026-02-20T00:11:37.785" v="65" actId="20577"/>
      <pc:docMkLst>
        <pc:docMk/>
      </pc:docMkLst>
      <pc:sldChg chg="modSp mod">
        <pc:chgData name="Raffaele Carillo" userId="b83180a4536c59e4" providerId="LiveId" clId="{3570F8F0-3F0F-49D6-9DA3-83A88EB867CF}" dt="2026-02-20T00:11:37.785" v="65" actId="20577"/>
        <pc:sldMkLst>
          <pc:docMk/>
          <pc:sldMk cId="2387849042" sldId="256"/>
        </pc:sldMkLst>
        <pc:spChg chg="mod">
          <ac:chgData name="Raffaele Carillo" userId="b83180a4536c59e4" providerId="LiveId" clId="{3570F8F0-3F0F-49D6-9DA3-83A88EB867CF}" dt="2026-02-20T00:11:28.480" v="54" actId="20577"/>
          <ac:spMkLst>
            <pc:docMk/>
            <pc:sldMk cId="2387849042" sldId="256"/>
            <ac:spMk id="2" creationId="{C4300AEF-1595-4419-801B-6E36A33BB8CF}"/>
          </ac:spMkLst>
        </pc:spChg>
        <pc:spChg chg="mod">
          <ac:chgData name="Raffaele Carillo" userId="b83180a4536c59e4" providerId="LiveId" clId="{3570F8F0-3F0F-49D6-9DA3-83A88EB867CF}" dt="2026-02-20T00:11:37.785" v="65" actId="20577"/>
          <ac:spMkLst>
            <pc:docMk/>
            <pc:sldMk cId="2387849042" sldId="256"/>
            <ac:spMk id="11" creationId="{CA304A53-B83A-06DD-C3FD-A3DDB1163B2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B46527B0-0B24-4087-B225-DB4F5C738F6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t-IT" dirty="0"/>
          </a:p>
        </p:txBody>
      </p:sp>
      <p:sp>
        <p:nvSpPr>
          <p:cNvPr id="3" name="Segnaposto data 2">
            <a:extLst>
              <a:ext uri="{FF2B5EF4-FFF2-40B4-BE49-F238E27FC236}">
                <a16:creationId xmlns:a16="http://schemas.microsoft.com/office/drawing/2014/main" id="{F72798E0-F322-4236-8531-A1882BFE400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EB190EFE-CCCB-4DCD-B1CF-8C3CB119D6FE}" type="datetime1">
              <a:rPr lang="it-IT" smtClean="0"/>
              <a:t>20/02/2026</a:t>
            </a:fld>
            <a:endParaRPr lang="it-IT" dirty="0"/>
          </a:p>
        </p:txBody>
      </p:sp>
      <p:sp>
        <p:nvSpPr>
          <p:cNvPr id="4" name="Segnaposto piè di pagina 3">
            <a:extLst>
              <a:ext uri="{FF2B5EF4-FFF2-40B4-BE49-F238E27FC236}">
                <a16:creationId xmlns:a16="http://schemas.microsoft.com/office/drawing/2014/main" id="{B4E5881F-2FD0-41BC-8E76-C691E59E146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t-IT" dirty="0"/>
          </a:p>
        </p:txBody>
      </p:sp>
      <p:sp>
        <p:nvSpPr>
          <p:cNvPr id="5" name="Segnaposto numero diapositiva 4">
            <a:extLst>
              <a:ext uri="{FF2B5EF4-FFF2-40B4-BE49-F238E27FC236}">
                <a16:creationId xmlns:a16="http://schemas.microsoft.com/office/drawing/2014/main" id="{62CA62C5-8A29-4592-9E3E-4C457F263C0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4E85F6F-0FAD-4AD4-850C-7E4CD14D7D70}" type="slidenum">
              <a:rPr lang="it-IT" smtClean="0"/>
              <a:t>‹N›</a:t>
            </a:fld>
            <a:endParaRPr lang="it-IT" dirty="0"/>
          </a:p>
        </p:txBody>
      </p:sp>
    </p:spTree>
    <p:extLst>
      <p:ext uri="{BB962C8B-B14F-4D97-AF65-F5344CB8AC3E}">
        <p14:creationId xmlns:p14="http://schemas.microsoft.com/office/powerpoint/2010/main" val="3583274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t-IT" noProof="0" dirty="0"/>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6AC070-77AE-44FC-B0C8-108B581F9765}" type="datetime1">
              <a:rPr lang="it-IT" noProof="0" smtClean="0"/>
              <a:pPr/>
              <a:t>20/02/2026</a:t>
            </a:fld>
            <a:endParaRPr lang="it-IT" noProof="0" dirty="0"/>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it-IT" noProof="0" dirty="0"/>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it-IT" noProof="0" dirty="0"/>
              <a:t>Modifica gli stili del testo dello schema</a:t>
            </a:r>
          </a:p>
          <a:p>
            <a:pPr lvl="1" rtl="0"/>
            <a:r>
              <a:rPr lang="it-IT" noProof="0" dirty="0"/>
              <a:t>Secondo livello</a:t>
            </a:r>
          </a:p>
          <a:p>
            <a:pPr lvl="2" rtl="0"/>
            <a:r>
              <a:rPr lang="it-IT" noProof="0" dirty="0"/>
              <a:t>Terzo livello</a:t>
            </a:r>
          </a:p>
          <a:p>
            <a:pPr lvl="3" rtl="0"/>
            <a:r>
              <a:rPr lang="it-IT" noProof="0" dirty="0"/>
              <a:t>Quarto livello</a:t>
            </a:r>
          </a:p>
          <a:p>
            <a:pPr lvl="4" rtl="0"/>
            <a:r>
              <a:rPr lang="it-IT" noProof="0" dirty="0"/>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t-IT" noProof="0" dirty="0"/>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E60DC36-8EFA-4378-9855-E019C55AC472}" type="slidenum">
              <a:rPr lang="it-IT" noProof="0" smtClean="0"/>
              <a:t>‹N›</a:t>
            </a:fld>
            <a:endParaRPr lang="it-IT" noProof="0" dirty="0"/>
          </a:p>
        </p:txBody>
      </p:sp>
    </p:spTree>
    <p:extLst>
      <p:ext uri="{BB962C8B-B14F-4D97-AF65-F5344CB8AC3E}">
        <p14:creationId xmlns:p14="http://schemas.microsoft.com/office/powerpoint/2010/main" val="1877053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a:t>
            </a:fld>
            <a:endParaRPr lang="it-IT" dirty="0"/>
          </a:p>
        </p:txBody>
      </p:sp>
    </p:spTree>
    <p:extLst>
      <p:ext uri="{BB962C8B-B14F-4D97-AF65-F5344CB8AC3E}">
        <p14:creationId xmlns:p14="http://schemas.microsoft.com/office/powerpoint/2010/main" val="14790740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2</a:t>
            </a:fld>
            <a:endParaRPr lang="it-IT" dirty="0"/>
          </a:p>
        </p:txBody>
      </p:sp>
    </p:spTree>
    <p:extLst>
      <p:ext uri="{BB962C8B-B14F-4D97-AF65-F5344CB8AC3E}">
        <p14:creationId xmlns:p14="http://schemas.microsoft.com/office/powerpoint/2010/main" val="14975797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3</a:t>
            </a:fld>
            <a:endParaRPr lang="it-IT" dirty="0"/>
          </a:p>
        </p:txBody>
      </p:sp>
    </p:spTree>
    <p:extLst>
      <p:ext uri="{BB962C8B-B14F-4D97-AF65-F5344CB8AC3E}">
        <p14:creationId xmlns:p14="http://schemas.microsoft.com/office/powerpoint/2010/main" val="3212047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4</a:t>
            </a:fld>
            <a:endParaRPr lang="it-IT" dirty="0"/>
          </a:p>
        </p:txBody>
      </p:sp>
    </p:spTree>
    <p:extLst>
      <p:ext uri="{BB962C8B-B14F-4D97-AF65-F5344CB8AC3E}">
        <p14:creationId xmlns:p14="http://schemas.microsoft.com/office/powerpoint/2010/main" val="3064365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5</a:t>
            </a:fld>
            <a:endParaRPr lang="it-IT" dirty="0"/>
          </a:p>
        </p:txBody>
      </p:sp>
    </p:spTree>
    <p:extLst>
      <p:ext uri="{BB962C8B-B14F-4D97-AF65-F5344CB8AC3E}">
        <p14:creationId xmlns:p14="http://schemas.microsoft.com/office/powerpoint/2010/main" val="16511246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6</a:t>
            </a:fld>
            <a:endParaRPr lang="it-IT" dirty="0"/>
          </a:p>
        </p:txBody>
      </p:sp>
    </p:spTree>
    <p:extLst>
      <p:ext uri="{BB962C8B-B14F-4D97-AF65-F5344CB8AC3E}">
        <p14:creationId xmlns:p14="http://schemas.microsoft.com/office/powerpoint/2010/main" val="16767147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7</a:t>
            </a:fld>
            <a:endParaRPr lang="it-IT" dirty="0"/>
          </a:p>
        </p:txBody>
      </p:sp>
    </p:spTree>
    <p:extLst>
      <p:ext uri="{BB962C8B-B14F-4D97-AF65-F5344CB8AC3E}">
        <p14:creationId xmlns:p14="http://schemas.microsoft.com/office/powerpoint/2010/main" val="42824470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8</a:t>
            </a:fld>
            <a:endParaRPr lang="it-IT" dirty="0"/>
          </a:p>
        </p:txBody>
      </p:sp>
    </p:spTree>
    <p:extLst>
      <p:ext uri="{BB962C8B-B14F-4D97-AF65-F5344CB8AC3E}">
        <p14:creationId xmlns:p14="http://schemas.microsoft.com/office/powerpoint/2010/main" val="1355483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9</a:t>
            </a:fld>
            <a:endParaRPr lang="it-IT" dirty="0"/>
          </a:p>
        </p:txBody>
      </p:sp>
    </p:spTree>
    <p:extLst>
      <p:ext uri="{BB962C8B-B14F-4D97-AF65-F5344CB8AC3E}">
        <p14:creationId xmlns:p14="http://schemas.microsoft.com/office/powerpoint/2010/main" val="18930360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10</a:t>
            </a:fld>
            <a:endParaRPr lang="it-IT" dirty="0"/>
          </a:p>
        </p:txBody>
      </p:sp>
    </p:spTree>
    <p:extLst>
      <p:ext uri="{BB962C8B-B14F-4D97-AF65-F5344CB8AC3E}">
        <p14:creationId xmlns:p14="http://schemas.microsoft.com/office/powerpoint/2010/main" val="33998611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11</a:t>
            </a:fld>
            <a:endParaRPr lang="it-IT" dirty="0"/>
          </a:p>
        </p:txBody>
      </p:sp>
    </p:spTree>
    <p:extLst>
      <p:ext uri="{BB962C8B-B14F-4D97-AF65-F5344CB8AC3E}">
        <p14:creationId xmlns:p14="http://schemas.microsoft.com/office/powerpoint/2010/main" val="22214678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12</a:t>
            </a:fld>
            <a:endParaRPr lang="it-IT" dirty="0"/>
          </a:p>
        </p:txBody>
      </p:sp>
    </p:spTree>
    <p:extLst>
      <p:ext uri="{BB962C8B-B14F-4D97-AF65-F5344CB8AC3E}">
        <p14:creationId xmlns:p14="http://schemas.microsoft.com/office/powerpoint/2010/main" val="21644591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13</a:t>
            </a:fld>
            <a:endParaRPr lang="it-IT" dirty="0"/>
          </a:p>
        </p:txBody>
      </p:sp>
    </p:spTree>
    <p:extLst>
      <p:ext uri="{BB962C8B-B14F-4D97-AF65-F5344CB8AC3E}">
        <p14:creationId xmlns:p14="http://schemas.microsoft.com/office/powerpoint/2010/main" val="8155321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14</a:t>
            </a:fld>
            <a:endParaRPr lang="it-IT" dirty="0"/>
          </a:p>
        </p:txBody>
      </p:sp>
    </p:spTree>
    <p:extLst>
      <p:ext uri="{BB962C8B-B14F-4D97-AF65-F5344CB8AC3E}">
        <p14:creationId xmlns:p14="http://schemas.microsoft.com/office/powerpoint/2010/main" val="11473937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15</a:t>
            </a:fld>
            <a:endParaRPr lang="it-IT" dirty="0"/>
          </a:p>
        </p:txBody>
      </p:sp>
    </p:spTree>
    <p:extLst>
      <p:ext uri="{BB962C8B-B14F-4D97-AF65-F5344CB8AC3E}">
        <p14:creationId xmlns:p14="http://schemas.microsoft.com/office/powerpoint/2010/main" val="37998277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16</a:t>
            </a:fld>
            <a:endParaRPr lang="it-IT" dirty="0"/>
          </a:p>
        </p:txBody>
      </p:sp>
    </p:spTree>
    <p:extLst>
      <p:ext uri="{BB962C8B-B14F-4D97-AF65-F5344CB8AC3E}">
        <p14:creationId xmlns:p14="http://schemas.microsoft.com/office/powerpoint/2010/main" val="22466441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17</a:t>
            </a:fld>
            <a:endParaRPr lang="it-IT" dirty="0"/>
          </a:p>
        </p:txBody>
      </p:sp>
    </p:spTree>
    <p:extLst>
      <p:ext uri="{BB962C8B-B14F-4D97-AF65-F5344CB8AC3E}">
        <p14:creationId xmlns:p14="http://schemas.microsoft.com/office/powerpoint/2010/main" val="17512591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18</a:t>
            </a:fld>
            <a:endParaRPr lang="it-IT" dirty="0"/>
          </a:p>
        </p:txBody>
      </p:sp>
    </p:spTree>
    <p:extLst>
      <p:ext uri="{BB962C8B-B14F-4D97-AF65-F5344CB8AC3E}">
        <p14:creationId xmlns:p14="http://schemas.microsoft.com/office/powerpoint/2010/main" val="24068247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19</a:t>
            </a:fld>
            <a:endParaRPr lang="it-IT" dirty="0"/>
          </a:p>
        </p:txBody>
      </p:sp>
    </p:spTree>
    <p:extLst>
      <p:ext uri="{BB962C8B-B14F-4D97-AF65-F5344CB8AC3E}">
        <p14:creationId xmlns:p14="http://schemas.microsoft.com/office/powerpoint/2010/main" val="3351344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20</a:t>
            </a:fld>
            <a:endParaRPr lang="it-IT" dirty="0"/>
          </a:p>
        </p:txBody>
      </p:sp>
    </p:spTree>
    <p:extLst>
      <p:ext uri="{BB962C8B-B14F-4D97-AF65-F5344CB8AC3E}">
        <p14:creationId xmlns:p14="http://schemas.microsoft.com/office/powerpoint/2010/main" val="11180476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21</a:t>
            </a:fld>
            <a:endParaRPr lang="it-IT" dirty="0"/>
          </a:p>
        </p:txBody>
      </p:sp>
    </p:spTree>
    <p:extLst>
      <p:ext uri="{BB962C8B-B14F-4D97-AF65-F5344CB8AC3E}">
        <p14:creationId xmlns:p14="http://schemas.microsoft.com/office/powerpoint/2010/main" val="39089168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rtlCol="0"/>
          <a:lstStyle/>
          <a:p>
            <a:pPr rtl="0"/>
            <a:endParaRPr lang="it-IT" dirty="0"/>
          </a:p>
        </p:txBody>
      </p:sp>
      <p:sp>
        <p:nvSpPr>
          <p:cNvPr id="4" name="Segnaposto numero diapositiva 3"/>
          <p:cNvSpPr>
            <a:spLocks noGrp="1"/>
          </p:cNvSpPr>
          <p:nvPr>
            <p:ph type="sldNum" sz="quarter" idx="5"/>
          </p:nvPr>
        </p:nvSpPr>
        <p:spPr/>
        <p:txBody>
          <a:bodyPr rtlCol="0"/>
          <a:lstStyle/>
          <a:p>
            <a:pPr rtl="0"/>
            <a:fld id="{BE60DC36-8EFA-4378-9855-E019C55AC472}" type="slidenum">
              <a:rPr lang="it-IT" smtClean="0"/>
              <a:t>22</a:t>
            </a:fld>
            <a:endParaRPr lang="it-IT" dirty="0"/>
          </a:p>
        </p:txBody>
      </p:sp>
    </p:spTree>
    <p:extLst>
      <p:ext uri="{BB962C8B-B14F-4D97-AF65-F5344CB8AC3E}">
        <p14:creationId xmlns:p14="http://schemas.microsoft.com/office/powerpoint/2010/main" val="10548011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0F864C-44C4-4000-952D-01F31BFB3FD3}"/>
              </a:ext>
            </a:extLst>
          </p:cNvPr>
          <p:cNvSpPr>
            <a:spLocks noGrp="1"/>
          </p:cNvSpPr>
          <p:nvPr>
            <p:ph type="ctrTitle"/>
          </p:nvPr>
        </p:nvSpPr>
        <p:spPr>
          <a:xfrm>
            <a:off x="1524000" y="1122363"/>
            <a:ext cx="9144000" cy="2387600"/>
          </a:xfrm>
        </p:spPr>
        <p:txBody>
          <a:bodyPr rtlCol="0" anchor="b"/>
          <a:lstStyle>
            <a:lvl1pPr algn="ctr">
              <a:defRPr sz="6000"/>
            </a:lvl1pPr>
          </a:lstStyle>
          <a:p>
            <a:pPr rtl="0"/>
            <a:r>
              <a:rPr lang="it-IT" noProof="0"/>
              <a:t>Fare clic per modificare lo stile del titolo dello schema</a:t>
            </a:r>
            <a:endParaRPr lang="it-IT" noProof="0" dirty="0"/>
          </a:p>
        </p:txBody>
      </p:sp>
      <p:sp>
        <p:nvSpPr>
          <p:cNvPr id="3" name="Sottotitolo 2">
            <a:extLst>
              <a:ext uri="{FF2B5EF4-FFF2-40B4-BE49-F238E27FC236}">
                <a16:creationId xmlns:a16="http://schemas.microsoft.com/office/drawing/2014/main" id="{21392E06-C914-467E-9D4F-BD763EDA2DD5}"/>
              </a:ext>
            </a:extLst>
          </p:cNvPr>
          <p:cNvSpPr>
            <a:spLocks noGrp="1"/>
          </p:cNvSpPr>
          <p:nvPr>
            <p:ph type="subTitle" idx="1"/>
          </p:nvPr>
        </p:nvSpPr>
        <p:spPr>
          <a:xfrm>
            <a:off x="1524000" y="3602038"/>
            <a:ext cx="9144000" cy="1655762"/>
          </a:xfrm>
        </p:spPr>
        <p:txBody>
          <a:bodyPr rtlCol="0"/>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it-IT" noProof="0"/>
              <a:t>Fare clic per modificare lo stile del sottotitolo dello schema</a:t>
            </a:r>
            <a:endParaRPr lang="it-IT" noProof="0" dirty="0"/>
          </a:p>
        </p:txBody>
      </p:sp>
      <p:sp>
        <p:nvSpPr>
          <p:cNvPr id="4" name="Segnaposto data 3">
            <a:extLst>
              <a:ext uri="{FF2B5EF4-FFF2-40B4-BE49-F238E27FC236}">
                <a16:creationId xmlns:a16="http://schemas.microsoft.com/office/drawing/2014/main" id="{1FBEFBAF-82E9-49AD-B2CF-7D154E024431}"/>
              </a:ext>
            </a:extLst>
          </p:cNvPr>
          <p:cNvSpPr>
            <a:spLocks noGrp="1"/>
          </p:cNvSpPr>
          <p:nvPr>
            <p:ph type="dt" sz="half" idx="10"/>
          </p:nvPr>
        </p:nvSpPr>
        <p:spPr/>
        <p:txBody>
          <a:bodyPr rtlCol="0"/>
          <a:lstStyle/>
          <a:p>
            <a:pPr rtl="0"/>
            <a:fld id="{73953276-A596-464E-8131-16FDC4642D35}" type="datetime1">
              <a:rPr lang="it-IT" noProof="0" smtClean="0"/>
              <a:t>20/02/2026</a:t>
            </a:fld>
            <a:endParaRPr lang="it-IT" noProof="0" dirty="0"/>
          </a:p>
        </p:txBody>
      </p:sp>
      <p:sp>
        <p:nvSpPr>
          <p:cNvPr id="5" name="Segnaposto piè di pagina 4">
            <a:extLst>
              <a:ext uri="{FF2B5EF4-FFF2-40B4-BE49-F238E27FC236}">
                <a16:creationId xmlns:a16="http://schemas.microsoft.com/office/drawing/2014/main" id="{5AD8006A-94B1-44F7-972D-56767EDE3CC3}"/>
              </a:ext>
            </a:extLst>
          </p:cNvPr>
          <p:cNvSpPr>
            <a:spLocks noGrp="1"/>
          </p:cNvSpPr>
          <p:nvPr>
            <p:ph type="ftr" sz="quarter" idx="11"/>
          </p:nvPr>
        </p:nvSpPr>
        <p:spPr/>
        <p:txBody>
          <a:bodyPr rtlCol="0"/>
          <a:lstStyle/>
          <a:p>
            <a:pPr rtl="0"/>
            <a:endParaRPr lang="it-IT" noProof="0" dirty="0"/>
          </a:p>
        </p:txBody>
      </p:sp>
      <p:sp>
        <p:nvSpPr>
          <p:cNvPr id="6" name="Segnaposto numero diapositiva 5">
            <a:extLst>
              <a:ext uri="{FF2B5EF4-FFF2-40B4-BE49-F238E27FC236}">
                <a16:creationId xmlns:a16="http://schemas.microsoft.com/office/drawing/2014/main" id="{F5E7BFAB-D84B-45E1-A0BD-2516AC14F8AC}"/>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485646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C807FBE-061D-452C-A8A6-213063CFD678}"/>
              </a:ext>
            </a:extLst>
          </p:cNvPr>
          <p:cNvSpPr>
            <a:spLocks noGrp="1"/>
          </p:cNvSpPr>
          <p:nvPr>
            <p:ph type="title"/>
          </p:nvPr>
        </p:nvSpPr>
        <p:spPr/>
        <p:txBody>
          <a:bodyPr rtlCol="0"/>
          <a:lstStyle/>
          <a:p>
            <a:pPr rtl="0"/>
            <a:r>
              <a:rPr lang="it-IT" noProof="0"/>
              <a:t>Fare clic per modificare lo stile del titolo dello schema</a:t>
            </a:r>
            <a:endParaRPr lang="it-IT" noProof="0" dirty="0"/>
          </a:p>
        </p:txBody>
      </p:sp>
      <p:sp>
        <p:nvSpPr>
          <p:cNvPr id="3" name="Segnaposto contenuto 2">
            <a:extLst>
              <a:ext uri="{FF2B5EF4-FFF2-40B4-BE49-F238E27FC236}">
                <a16:creationId xmlns:a16="http://schemas.microsoft.com/office/drawing/2014/main" id="{433A3535-1708-499D-B5D2-7D8F9FD182D0}"/>
              </a:ext>
            </a:extLst>
          </p:cNvPr>
          <p:cNvSpPr>
            <a:spLocks noGrp="1"/>
          </p:cNvSpPr>
          <p:nvPr>
            <p:ph idx="1"/>
          </p:nvPr>
        </p:nvSpPr>
        <p:spPr/>
        <p:txBody>
          <a:bodyPr rtlCol="0"/>
          <a:lstStyle/>
          <a:p>
            <a:pPr lvl="0" rtl="0"/>
            <a:r>
              <a:rPr lang="it-IT" noProof="0"/>
              <a:t>Fare clic per modificare gli stili del testo dello schema</a:t>
            </a:r>
          </a:p>
          <a:p>
            <a:pPr lvl="1" rtl="0"/>
            <a:r>
              <a:rPr lang="it-IT" noProof="0"/>
              <a:t>Secondo livello</a:t>
            </a:r>
          </a:p>
          <a:p>
            <a:pPr lvl="2" rtl="0"/>
            <a:r>
              <a:rPr lang="it-IT" noProof="0"/>
              <a:t>Terzo livello</a:t>
            </a:r>
          </a:p>
          <a:p>
            <a:pPr lvl="3" rtl="0"/>
            <a:r>
              <a:rPr lang="it-IT" noProof="0"/>
              <a:t>Quarto livello</a:t>
            </a:r>
          </a:p>
          <a:p>
            <a:pPr lvl="4" rtl="0"/>
            <a:r>
              <a:rPr lang="it-IT" noProof="0"/>
              <a:t>Quinto livello</a:t>
            </a:r>
            <a:endParaRPr lang="it-IT" noProof="0" dirty="0"/>
          </a:p>
        </p:txBody>
      </p:sp>
      <p:sp>
        <p:nvSpPr>
          <p:cNvPr id="4" name="Segnaposto data 3">
            <a:extLst>
              <a:ext uri="{FF2B5EF4-FFF2-40B4-BE49-F238E27FC236}">
                <a16:creationId xmlns:a16="http://schemas.microsoft.com/office/drawing/2014/main" id="{ACB06063-A112-49AB-80C8-504D99ECD771}"/>
              </a:ext>
            </a:extLst>
          </p:cNvPr>
          <p:cNvSpPr>
            <a:spLocks noGrp="1"/>
          </p:cNvSpPr>
          <p:nvPr>
            <p:ph type="dt" sz="half" idx="10"/>
          </p:nvPr>
        </p:nvSpPr>
        <p:spPr/>
        <p:txBody>
          <a:bodyPr rtlCol="0"/>
          <a:lstStyle/>
          <a:p>
            <a:pPr rtl="0"/>
            <a:fld id="{4CA1E7DF-6F8F-47CE-8C70-53A994FBF180}" type="datetime1">
              <a:rPr lang="it-IT" noProof="0" smtClean="0"/>
              <a:t>20/02/2026</a:t>
            </a:fld>
            <a:endParaRPr lang="it-IT" noProof="0" dirty="0"/>
          </a:p>
        </p:txBody>
      </p:sp>
      <p:sp>
        <p:nvSpPr>
          <p:cNvPr id="5" name="Segnaposto piè di pagina 4">
            <a:extLst>
              <a:ext uri="{FF2B5EF4-FFF2-40B4-BE49-F238E27FC236}">
                <a16:creationId xmlns:a16="http://schemas.microsoft.com/office/drawing/2014/main" id="{6344C8D5-F898-4318-A76D-1FBD87329198}"/>
              </a:ext>
            </a:extLst>
          </p:cNvPr>
          <p:cNvSpPr>
            <a:spLocks noGrp="1"/>
          </p:cNvSpPr>
          <p:nvPr>
            <p:ph type="ftr" sz="quarter" idx="11"/>
          </p:nvPr>
        </p:nvSpPr>
        <p:spPr/>
        <p:txBody>
          <a:bodyPr rtlCol="0"/>
          <a:lstStyle/>
          <a:p>
            <a:pPr rtl="0"/>
            <a:endParaRPr lang="it-IT" noProof="0" dirty="0"/>
          </a:p>
        </p:txBody>
      </p:sp>
      <p:sp>
        <p:nvSpPr>
          <p:cNvPr id="6" name="Segnaposto numero diapositiva 5">
            <a:extLst>
              <a:ext uri="{FF2B5EF4-FFF2-40B4-BE49-F238E27FC236}">
                <a16:creationId xmlns:a16="http://schemas.microsoft.com/office/drawing/2014/main" id="{2976EC76-E8E8-4FFA-B671-7FA2F3EF5DEF}"/>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27892872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6C2CABF-E3C1-431A-A69C-D4881CC43F0F}"/>
              </a:ext>
            </a:extLst>
          </p:cNvPr>
          <p:cNvSpPr>
            <a:spLocks noGrp="1"/>
          </p:cNvSpPr>
          <p:nvPr>
            <p:ph type="title"/>
          </p:nvPr>
        </p:nvSpPr>
        <p:spPr>
          <a:xfrm>
            <a:off x="831850" y="1709738"/>
            <a:ext cx="10515600" cy="2852737"/>
          </a:xfrm>
        </p:spPr>
        <p:txBody>
          <a:bodyPr rtlCol="0" anchor="b"/>
          <a:lstStyle>
            <a:lvl1pPr>
              <a:defRPr sz="6000"/>
            </a:lvl1pPr>
          </a:lstStyle>
          <a:p>
            <a:pPr rtl="0"/>
            <a:r>
              <a:rPr lang="it-IT" noProof="0"/>
              <a:t>Fare clic per modificare lo stile del titolo dello schema</a:t>
            </a:r>
            <a:endParaRPr lang="it-IT" noProof="0" dirty="0"/>
          </a:p>
        </p:txBody>
      </p:sp>
      <p:sp>
        <p:nvSpPr>
          <p:cNvPr id="3" name="Segnaposto testo 2">
            <a:extLst>
              <a:ext uri="{FF2B5EF4-FFF2-40B4-BE49-F238E27FC236}">
                <a16:creationId xmlns:a16="http://schemas.microsoft.com/office/drawing/2014/main" id="{D5584226-69DA-4211-B2C8-C29FD05A4A69}"/>
              </a:ext>
            </a:extLst>
          </p:cNvPr>
          <p:cNvSpPr>
            <a:spLocks noGrp="1"/>
          </p:cNvSpPr>
          <p:nvPr>
            <p:ph type="body" idx="1"/>
          </p:nvPr>
        </p:nvSpPr>
        <p:spPr>
          <a:xfrm>
            <a:off x="831850" y="4589463"/>
            <a:ext cx="10515600" cy="1500187"/>
          </a:xfrm>
        </p:spPr>
        <p:txBody>
          <a:bodyPr rtlCol="0"/>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it-IT" noProof="0"/>
              <a:t>Fare clic per modificare gli stili del testo dello schema</a:t>
            </a:r>
          </a:p>
        </p:txBody>
      </p:sp>
      <p:sp>
        <p:nvSpPr>
          <p:cNvPr id="4" name="Segnaposto data 3">
            <a:extLst>
              <a:ext uri="{FF2B5EF4-FFF2-40B4-BE49-F238E27FC236}">
                <a16:creationId xmlns:a16="http://schemas.microsoft.com/office/drawing/2014/main" id="{D5FF82DB-B518-40FD-8A66-44B874C055FB}"/>
              </a:ext>
            </a:extLst>
          </p:cNvPr>
          <p:cNvSpPr>
            <a:spLocks noGrp="1"/>
          </p:cNvSpPr>
          <p:nvPr>
            <p:ph type="dt" sz="half" idx="10"/>
          </p:nvPr>
        </p:nvSpPr>
        <p:spPr/>
        <p:txBody>
          <a:bodyPr rtlCol="0"/>
          <a:lstStyle/>
          <a:p>
            <a:pPr rtl="0"/>
            <a:fld id="{2CFB8710-ABAB-4285-AF31-02779743E1F4}" type="datetime1">
              <a:rPr lang="it-IT" noProof="0" smtClean="0"/>
              <a:t>20/02/2026</a:t>
            </a:fld>
            <a:endParaRPr lang="it-IT" noProof="0" dirty="0"/>
          </a:p>
        </p:txBody>
      </p:sp>
      <p:sp>
        <p:nvSpPr>
          <p:cNvPr id="5" name="Segnaposto piè di pagina 4">
            <a:extLst>
              <a:ext uri="{FF2B5EF4-FFF2-40B4-BE49-F238E27FC236}">
                <a16:creationId xmlns:a16="http://schemas.microsoft.com/office/drawing/2014/main" id="{FCC1CCEE-725F-4745-837B-87EFB70E71D8}"/>
              </a:ext>
            </a:extLst>
          </p:cNvPr>
          <p:cNvSpPr>
            <a:spLocks noGrp="1"/>
          </p:cNvSpPr>
          <p:nvPr>
            <p:ph type="ftr" sz="quarter" idx="11"/>
          </p:nvPr>
        </p:nvSpPr>
        <p:spPr/>
        <p:txBody>
          <a:bodyPr rtlCol="0"/>
          <a:lstStyle/>
          <a:p>
            <a:pPr rtl="0"/>
            <a:endParaRPr lang="it-IT" noProof="0" dirty="0"/>
          </a:p>
        </p:txBody>
      </p:sp>
      <p:sp>
        <p:nvSpPr>
          <p:cNvPr id="6" name="Segnaposto numero diapositiva 5">
            <a:extLst>
              <a:ext uri="{FF2B5EF4-FFF2-40B4-BE49-F238E27FC236}">
                <a16:creationId xmlns:a16="http://schemas.microsoft.com/office/drawing/2014/main" id="{C561522A-E0E6-406B-BF30-A7C7A57294BE}"/>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12300417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BCC9BDC-6F21-4EF5-A8DD-E35E27EACA58}"/>
              </a:ext>
            </a:extLst>
          </p:cNvPr>
          <p:cNvSpPr>
            <a:spLocks noGrp="1"/>
          </p:cNvSpPr>
          <p:nvPr>
            <p:ph type="title"/>
          </p:nvPr>
        </p:nvSpPr>
        <p:spPr/>
        <p:txBody>
          <a:bodyPr rtlCol="0"/>
          <a:lstStyle/>
          <a:p>
            <a:pPr rtl="0"/>
            <a:r>
              <a:rPr lang="it-IT" noProof="0"/>
              <a:t>Fare clic per modificare lo stile del titolo dello schema</a:t>
            </a:r>
            <a:endParaRPr lang="it-IT" noProof="0" dirty="0"/>
          </a:p>
        </p:txBody>
      </p:sp>
      <p:sp>
        <p:nvSpPr>
          <p:cNvPr id="3" name="Segnaposto contenuto 2">
            <a:extLst>
              <a:ext uri="{FF2B5EF4-FFF2-40B4-BE49-F238E27FC236}">
                <a16:creationId xmlns:a16="http://schemas.microsoft.com/office/drawing/2014/main" id="{6B968D5F-2AB6-42D3-A54E-AB3E60325170}"/>
              </a:ext>
            </a:extLst>
          </p:cNvPr>
          <p:cNvSpPr>
            <a:spLocks noGrp="1"/>
          </p:cNvSpPr>
          <p:nvPr>
            <p:ph sz="half" idx="1"/>
          </p:nvPr>
        </p:nvSpPr>
        <p:spPr>
          <a:xfrm>
            <a:off x="838200" y="1825625"/>
            <a:ext cx="5181600" cy="4351338"/>
          </a:xfrm>
        </p:spPr>
        <p:txBody>
          <a:bodyPr rtlCol="0"/>
          <a:lstStyle/>
          <a:p>
            <a:pPr lvl="0" rtl="0"/>
            <a:r>
              <a:rPr lang="it-IT" noProof="0"/>
              <a:t>Fare clic per modificare gli stili del testo dello schema</a:t>
            </a:r>
          </a:p>
          <a:p>
            <a:pPr lvl="1" rtl="0"/>
            <a:r>
              <a:rPr lang="it-IT" noProof="0"/>
              <a:t>Secondo livello</a:t>
            </a:r>
          </a:p>
          <a:p>
            <a:pPr lvl="2" rtl="0"/>
            <a:r>
              <a:rPr lang="it-IT" noProof="0"/>
              <a:t>Terzo livello</a:t>
            </a:r>
          </a:p>
          <a:p>
            <a:pPr lvl="3" rtl="0"/>
            <a:r>
              <a:rPr lang="it-IT" noProof="0"/>
              <a:t>Quarto livello</a:t>
            </a:r>
          </a:p>
          <a:p>
            <a:pPr lvl="4" rtl="0"/>
            <a:r>
              <a:rPr lang="it-IT" noProof="0"/>
              <a:t>Quinto livello</a:t>
            </a:r>
            <a:endParaRPr lang="it-IT" noProof="0" dirty="0"/>
          </a:p>
        </p:txBody>
      </p:sp>
      <p:sp>
        <p:nvSpPr>
          <p:cNvPr id="4" name="Segnaposto contenuto 3">
            <a:extLst>
              <a:ext uri="{FF2B5EF4-FFF2-40B4-BE49-F238E27FC236}">
                <a16:creationId xmlns:a16="http://schemas.microsoft.com/office/drawing/2014/main" id="{465AB07F-D5F7-402A-AE4E-027BF1CA9127}"/>
              </a:ext>
            </a:extLst>
          </p:cNvPr>
          <p:cNvSpPr>
            <a:spLocks noGrp="1"/>
          </p:cNvSpPr>
          <p:nvPr>
            <p:ph sz="half" idx="2"/>
          </p:nvPr>
        </p:nvSpPr>
        <p:spPr>
          <a:xfrm>
            <a:off x="6172200" y="1825625"/>
            <a:ext cx="5181600" cy="4351338"/>
          </a:xfrm>
        </p:spPr>
        <p:txBody>
          <a:bodyPr rtlCol="0"/>
          <a:lstStyle/>
          <a:p>
            <a:pPr lvl="0" rtl="0"/>
            <a:r>
              <a:rPr lang="it-IT" noProof="0"/>
              <a:t>Fare clic per modificare gli stili del testo dello schema</a:t>
            </a:r>
          </a:p>
          <a:p>
            <a:pPr lvl="1" rtl="0"/>
            <a:r>
              <a:rPr lang="it-IT" noProof="0"/>
              <a:t>Secondo livello</a:t>
            </a:r>
          </a:p>
          <a:p>
            <a:pPr lvl="2" rtl="0"/>
            <a:r>
              <a:rPr lang="it-IT" noProof="0"/>
              <a:t>Terzo livello</a:t>
            </a:r>
          </a:p>
          <a:p>
            <a:pPr lvl="3" rtl="0"/>
            <a:r>
              <a:rPr lang="it-IT" noProof="0"/>
              <a:t>Quarto livello</a:t>
            </a:r>
          </a:p>
          <a:p>
            <a:pPr lvl="4" rtl="0"/>
            <a:r>
              <a:rPr lang="it-IT" noProof="0"/>
              <a:t>Quinto livello</a:t>
            </a:r>
            <a:endParaRPr lang="it-IT" noProof="0" dirty="0"/>
          </a:p>
        </p:txBody>
      </p:sp>
      <p:sp>
        <p:nvSpPr>
          <p:cNvPr id="5" name="Segnaposto data 4">
            <a:extLst>
              <a:ext uri="{FF2B5EF4-FFF2-40B4-BE49-F238E27FC236}">
                <a16:creationId xmlns:a16="http://schemas.microsoft.com/office/drawing/2014/main" id="{85108EDC-3863-43B9-93C7-37465DC73B28}"/>
              </a:ext>
            </a:extLst>
          </p:cNvPr>
          <p:cNvSpPr>
            <a:spLocks noGrp="1"/>
          </p:cNvSpPr>
          <p:nvPr>
            <p:ph type="dt" sz="half" idx="10"/>
          </p:nvPr>
        </p:nvSpPr>
        <p:spPr/>
        <p:txBody>
          <a:bodyPr rtlCol="0"/>
          <a:lstStyle/>
          <a:p>
            <a:pPr rtl="0"/>
            <a:fld id="{FE1FD3F1-0F70-4F3C-841E-3B4B1A9982AD}" type="datetime1">
              <a:rPr lang="it-IT" noProof="0" smtClean="0"/>
              <a:t>20/02/2026</a:t>
            </a:fld>
            <a:endParaRPr lang="it-IT" noProof="0" dirty="0"/>
          </a:p>
        </p:txBody>
      </p:sp>
      <p:sp>
        <p:nvSpPr>
          <p:cNvPr id="6" name="Segnaposto piè di pagina 5">
            <a:extLst>
              <a:ext uri="{FF2B5EF4-FFF2-40B4-BE49-F238E27FC236}">
                <a16:creationId xmlns:a16="http://schemas.microsoft.com/office/drawing/2014/main" id="{A777D452-958D-4159-A9A4-16DD29680A04}"/>
              </a:ext>
            </a:extLst>
          </p:cNvPr>
          <p:cNvSpPr>
            <a:spLocks noGrp="1"/>
          </p:cNvSpPr>
          <p:nvPr>
            <p:ph type="ftr" sz="quarter" idx="11"/>
          </p:nvPr>
        </p:nvSpPr>
        <p:spPr/>
        <p:txBody>
          <a:bodyPr rtlCol="0"/>
          <a:lstStyle/>
          <a:p>
            <a:pPr rtl="0"/>
            <a:endParaRPr lang="it-IT" noProof="0" dirty="0"/>
          </a:p>
        </p:txBody>
      </p:sp>
      <p:sp>
        <p:nvSpPr>
          <p:cNvPr id="7" name="Segnaposto numero diapositiva 6">
            <a:extLst>
              <a:ext uri="{FF2B5EF4-FFF2-40B4-BE49-F238E27FC236}">
                <a16:creationId xmlns:a16="http://schemas.microsoft.com/office/drawing/2014/main" id="{289654B6-1460-48B9-AC7E-592F68BAB276}"/>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3974041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EE8C848-926A-4FD3-A311-A100A2662BE1}"/>
              </a:ext>
            </a:extLst>
          </p:cNvPr>
          <p:cNvSpPr>
            <a:spLocks noGrp="1"/>
          </p:cNvSpPr>
          <p:nvPr>
            <p:ph type="title"/>
          </p:nvPr>
        </p:nvSpPr>
        <p:spPr>
          <a:xfrm>
            <a:off x="839788" y="365125"/>
            <a:ext cx="10515600" cy="1325563"/>
          </a:xfrm>
        </p:spPr>
        <p:txBody>
          <a:bodyPr rtlCol="0"/>
          <a:lstStyle/>
          <a:p>
            <a:pPr rtl="0"/>
            <a:r>
              <a:rPr lang="it-IT" noProof="0"/>
              <a:t>Fare clic per modificare lo stile del titolo dello schema</a:t>
            </a:r>
            <a:endParaRPr lang="it-IT" noProof="0" dirty="0"/>
          </a:p>
        </p:txBody>
      </p:sp>
      <p:sp>
        <p:nvSpPr>
          <p:cNvPr id="3" name="Segnaposto testo 2">
            <a:extLst>
              <a:ext uri="{FF2B5EF4-FFF2-40B4-BE49-F238E27FC236}">
                <a16:creationId xmlns:a16="http://schemas.microsoft.com/office/drawing/2014/main" id="{3C8ECD90-B4F0-4DFB-BB3D-F2310207896F}"/>
              </a:ext>
            </a:extLst>
          </p:cNvPr>
          <p:cNvSpPr>
            <a:spLocks noGrp="1"/>
          </p:cNvSpPr>
          <p:nvPr>
            <p:ph type="body" idx="1"/>
          </p:nvPr>
        </p:nvSpPr>
        <p:spPr>
          <a:xfrm>
            <a:off x="839788" y="1681163"/>
            <a:ext cx="5157787" cy="823912"/>
          </a:xfrm>
        </p:spPr>
        <p:txBody>
          <a:bodyPr rtlCol="0"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it-IT" noProof="0"/>
              <a:t>Fare clic per modificare gli stili del testo dello schema</a:t>
            </a:r>
          </a:p>
        </p:txBody>
      </p:sp>
      <p:sp>
        <p:nvSpPr>
          <p:cNvPr id="4" name="Segnaposto contenuto 3">
            <a:extLst>
              <a:ext uri="{FF2B5EF4-FFF2-40B4-BE49-F238E27FC236}">
                <a16:creationId xmlns:a16="http://schemas.microsoft.com/office/drawing/2014/main" id="{335A6C3A-033E-474B-AB97-D8291A04E7DD}"/>
              </a:ext>
            </a:extLst>
          </p:cNvPr>
          <p:cNvSpPr>
            <a:spLocks noGrp="1"/>
          </p:cNvSpPr>
          <p:nvPr>
            <p:ph sz="half" idx="2"/>
          </p:nvPr>
        </p:nvSpPr>
        <p:spPr>
          <a:xfrm>
            <a:off x="839788" y="2505075"/>
            <a:ext cx="5157787" cy="3684588"/>
          </a:xfrm>
        </p:spPr>
        <p:txBody>
          <a:bodyPr rtlCol="0"/>
          <a:lstStyle/>
          <a:p>
            <a:pPr lvl="0" rtl="0"/>
            <a:r>
              <a:rPr lang="it-IT" noProof="0"/>
              <a:t>Fare clic per modificare gli stili del testo dello schema</a:t>
            </a:r>
          </a:p>
          <a:p>
            <a:pPr lvl="1" rtl="0"/>
            <a:r>
              <a:rPr lang="it-IT" noProof="0"/>
              <a:t>Secondo livello</a:t>
            </a:r>
          </a:p>
          <a:p>
            <a:pPr lvl="2" rtl="0"/>
            <a:r>
              <a:rPr lang="it-IT" noProof="0"/>
              <a:t>Terzo livello</a:t>
            </a:r>
          </a:p>
          <a:p>
            <a:pPr lvl="3" rtl="0"/>
            <a:r>
              <a:rPr lang="it-IT" noProof="0"/>
              <a:t>Quarto livello</a:t>
            </a:r>
          </a:p>
          <a:p>
            <a:pPr lvl="4" rtl="0"/>
            <a:r>
              <a:rPr lang="it-IT" noProof="0"/>
              <a:t>Quinto livello</a:t>
            </a:r>
            <a:endParaRPr lang="it-IT" noProof="0" dirty="0"/>
          </a:p>
        </p:txBody>
      </p:sp>
      <p:sp>
        <p:nvSpPr>
          <p:cNvPr id="5" name="Segnaposto testo 4">
            <a:extLst>
              <a:ext uri="{FF2B5EF4-FFF2-40B4-BE49-F238E27FC236}">
                <a16:creationId xmlns:a16="http://schemas.microsoft.com/office/drawing/2014/main" id="{A532B928-3A23-4FCA-AD1F-E45A467B54F5}"/>
              </a:ext>
            </a:extLst>
          </p:cNvPr>
          <p:cNvSpPr>
            <a:spLocks noGrp="1"/>
          </p:cNvSpPr>
          <p:nvPr>
            <p:ph type="body" sz="quarter" idx="3"/>
          </p:nvPr>
        </p:nvSpPr>
        <p:spPr>
          <a:xfrm>
            <a:off x="6172200" y="1681163"/>
            <a:ext cx="5183188" cy="823912"/>
          </a:xfrm>
        </p:spPr>
        <p:txBody>
          <a:bodyPr rtlCol="0"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it-IT" noProof="0"/>
              <a:t>Fare clic per modificare gli stili del testo dello schema</a:t>
            </a:r>
          </a:p>
        </p:txBody>
      </p:sp>
      <p:sp>
        <p:nvSpPr>
          <p:cNvPr id="6" name="Segnaposto contenuto 5">
            <a:extLst>
              <a:ext uri="{FF2B5EF4-FFF2-40B4-BE49-F238E27FC236}">
                <a16:creationId xmlns:a16="http://schemas.microsoft.com/office/drawing/2014/main" id="{3BDC8376-6FC6-4A11-B0DB-9A148E9C00E2}"/>
              </a:ext>
            </a:extLst>
          </p:cNvPr>
          <p:cNvSpPr>
            <a:spLocks noGrp="1"/>
          </p:cNvSpPr>
          <p:nvPr>
            <p:ph sz="quarter" idx="4"/>
          </p:nvPr>
        </p:nvSpPr>
        <p:spPr>
          <a:xfrm>
            <a:off x="6172200" y="2505075"/>
            <a:ext cx="5183188" cy="3684588"/>
          </a:xfrm>
        </p:spPr>
        <p:txBody>
          <a:bodyPr rtlCol="0"/>
          <a:lstStyle/>
          <a:p>
            <a:pPr lvl="0" rtl="0"/>
            <a:r>
              <a:rPr lang="it-IT" noProof="0"/>
              <a:t>Fare clic per modificare gli stili del testo dello schema</a:t>
            </a:r>
          </a:p>
          <a:p>
            <a:pPr lvl="1" rtl="0"/>
            <a:r>
              <a:rPr lang="it-IT" noProof="0"/>
              <a:t>Secondo livello</a:t>
            </a:r>
          </a:p>
          <a:p>
            <a:pPr lvl="2" rtl="0"/>
            <a:r>
              <a:rPr lang="it-IT" noProof="0"/>
              <a:t>Terzo livello</a:t>
            </a:r>
          </a:p>
          <a:p>
            <a:pPr lvl="3" rtl="0"/>
            <a:r>
              <a:rPr lang="it-IT" noProof="0"/>
              <a:t>Quarto livello</a:t>
            </a:r>
          </a:p>
          <a:p>
            <a:pPr lvl="4" rtl="0"/>
            <a:r>
              <a:rPr lang="it-IT" noProof="0"/>
              <a:t>Quinto livello</a:t>
            </a:r>
            <a:endParaRPr lang="it-IT" noProof="0" dirty="0"/>
          </a:p>
        </p:txBody>
      </p:sp>
      <p:sp>
        <p:nvSpPr>
          <p:cNvPr id="7" name="Segnaposto data 6">
            <a:extLst>
              <a:ext uri="{FF2B5EF4-FFF2-40B4-BE49-F238E27FC236}">
                <a16:creationId xmlns:a16="http://schemas.microsoft.com/office/drawing/2014/main" id="{6E80206F-8846-425C-A56E-16FFBA442014}"/>
              </a:ext>
            </a:extLst>
          </p:cNvPr>
          <p:cNvSpPr>
            <a:spLocks noGrp="1"/>
          </p:cNvSpPr>
          <p:nvPr>
            <p:ph type="dt" sz="half" idx="10"/>
          </p:nvPr>
        </p:nvSpPr>
        <p:spPr/>
        <p:txBody>
          <a:bodyPr rtlCol="0"/>
          <a:lstStyle/>
          <a:p>
            <a:pPr rtl="0"/>
            <a:fld id="{3195CD94-E959-4436-A899-6BFB5CD81E9E}" type="datetime1">
              <a:rPr lang="it-IT" noProof="0" smtClean="0"/>
              <a:t>20/02/2026</a:t>
            </a:fld>
            <a:endParaRPr lang="it-IT" noProof="0" dirty="0"/>
          </a:p>
        </p:txBody>
      </p:sp>
      <p:sp>
        <p:nvSpPr>
          <p:cNvPr id="8" name="Segnaposto piè di pagina 7">
            <a:extLst>
              <a:ext uri="{FF2B5EF4-FFF2-40B4-BE49-F238E27FC236}">
                <a16:creationId xmlns:a16="http://schemas.microsoft.com/office/drawing/2014/main" id="{6A45E89F-12CF-4561-A5F2-1E05783A3063}"/>
              </a:ext>
            </a:extLst>
          </p:cNvPr>
          <p:cNvSpPr>
            <a:spLocks noGrp="1"/>
          </p:cNvSpPr>
          <p:nvPr>
            <p:ph type="ftr" sz="quarter" idx="11"/>
          </p:nvPr>
        </p:nvSpPr>
        <p:spPr/>
        <p:txBody>
          <a:bodyPr rtlCol="0"/>
          <a:lstStyle/>
          <a:p>
            <a:pPr rtl="0"/>
            <a:endParaRPr lang="it-IT" noProof="0" dirty="0"/>
          </a:p>
        </p:txBody>
      </p:sp>
      <p:sp>
        <p:nvSpPr>
          <p:cNvPr id="9" name="Segnaposto numero diapositiva 8">
            <a:extLst>
              <a:ext uri="{FF2B5EF4-FFF2-40B4-BE49-F238E27FC236}">
                <a16:creationId xmlns:a16="http://schemas.microsoft.com/office/drawing/2014/main" id="{9EB4DFE4-927C-43B1-A061-5CB97FFB33BE}"/>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4690582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60E367-8DA0-4655-BCBC-F4280D8642CD}"/>
              </a:ext>
            </a:extLst>
          </p:cNvPr>
          <p:cNvSpPr>
            <a:spLocks noGrp="1"/>
          </p:cNvSpPr>
          <p:nvPr>
            <p:ph type="title"/>
          </p:nvPr>
        </p:nvSpPr>
        <p:spPr/>
        <p:txBody>
          <a:bodyPr rtlCol="0"/>
          <a:lstStyle/>
          <a:p>
            <a:pPr rtl="0"/>
            <a:r>
              <a:rPr lang="it-IT" noProof="0"/>
              <a:t>Fare clic per modificare lo stile del titolo dello schema</a:t>
            </a:r>
            <a:endParaRPr lang="it-IT" noProof="0" dirty="0"/>
          </a:p>
        </p:txBody>
      </p:sp>
      <p:sp>
        <p:nvSpPr>
          <p:cNvPr id="3" name="Segnaposto data 2">
            <a:extLst>
              <a:ext uri="{FF2B5EF4-FFF2-40B4-BE49-F238E27FC236}">
                <a16:creationId xmlns:a16="http://schemas.microsoft.com/office/drawing/2014/main" id="{2FEF9592-AA3C-4CF8-A5DB-4D010195A438}"/>
              </a:ext>
            </a:extLst>
          </p:cNvPr>
          <p:cNvSpPr>
            <a:spLocks noGrp="1"/>
          </p:cNvSpPr>
          <p:nvPr>
            <p:ph type="dt" sz="half" idx="10"/>
          </p:nvPr>
        </p:nvSpPr>
        <p:spPr/>
        <p:txBody>
          <a:bodyPr rtlCol="0"/>
          <a:lstStyle/>
          <a:p>
            <a:pPr rtl="0"/>
            <a:fld id="{327B0C7F-749B-466A-A38A-03B1C8A2F06C}" type="datetime1">
              <a:rPr lang="it-IT" noProof="0" smtClean="0"/>
              <a:t>20/02/2026</a:t>
            </a:fld>
            <a:endParaRPr lang="it-IT" noProof="0" dirty="0"/>
          </a:p>
        </p:txBody>
      </p:sp>
      <p:sp>
        <p:nvSpPr>
          <p:cNvPr id="4" name="Segnaposto piè di pagina 3">
            <a:extLst>
              <a:ext uri="{FF2B5EF4-FFF2-40B4-BE49-F238E27FC236}">
                <a16:creationId xmlns:a16="http://schemas.microsoft.com/office/drawing/2014/main" id="{3C2C9377-F93E-4515-852A-264707755154}"/>
              </a:ext>
            </a:extLst>
          </p:cNvPr>
          <p:cNvSpPr>
            <a:spLocks noGrp="1"/>
          </p:cNvSpPr>
          <p:nvPr>
            <p:ph type="ftr" sz="quarter" idx="11"/>
          </p:nvPr>
        </p:nvSpPr>
        <p:spPr/>
        <p:txBody>
          <a:bodyPr rtlCol="0"/>
          <a:lstStyle/>
          <a:p>
            <a:pPr rtl="0"/>
            <a:endParaRPr lang="it-IT" noProof="0" dirty="0"/>
          </a:p>
        </p:txBody>
      </p:sp>
      <p:sp>
        <p:nvSpPr>
          <p:cNvPr id="5" name="Segnaposto numero diapositiva 4">
            <a:extLst>
              <a:ext uri="{FF2B5EF4-FFF2-40B4-BE49-F238E27FC236}">
                <a16:creationId xmlns:a16="http://schemas.microsoft.com/office/drawing/2014/main" id="{9AED076D-476B-42BA-8795-14FE6C1E6974}"/>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36255511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o">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1EA599B4-6AB2-4190-82B5-7667EE1E922A}"/>
              </a:ext>
            </a:extLst>
          </p:cNvPr>
          <p:cNvSpPr>
            <a:spLocks noGrp="1"/>
          </p:cNvSpPr>
          <p:nvPr>
            <p:ph type="dt" sz="half" idx="10"/>
          </p:nvPr>
        </p:nvSpPr>
        <p:spPr/>
        <p:txBody>
          <a:bodyPr rtlCol="0"/>
          <a:lstStyle/>
          <a:p>
            <a:pPr rtl="0"/>
            <a:fld id="{DEC309BE-2E90-45F2-A626-98CE1308C9C4}" type="datetime1">
              <a:rPr lang="it-IT" noProof="0" smtClean="0"/>
              <a:t>20/02/2026</a:t>
            </a:fld>
            <a:endParaRPr lang="it-IT" noProof="0" dirty="0"/>
          </a:p>
        </p:txBody>
      </p:sp>
      <p:sp>
        <p:nvSpPr>
          <p:cNvPr id="3" name="Segnaposto piè di pagina 2">
            <a:extLst>
              <a:ext uri="{FF2B5EF4-FFF2-40B4-BE49-F238E27FC236}">
                <a16:creationId xmlns:a16="http://schemas.microsoft.com/office/drawing/2014/main" id="{1B8FBFB3-AD86-4E39-B8AE-B4EC14528156}"/>
              </a:ext>
            </a:extLst>
          </p:cNvPr>
          <p:cNvSpPr>
            <a:spLocks noGrp="1"/>
          </p:cNvSpPr>
          <p:nvPr>
            <p:ph type="ftr" sz="quarter" idx="11"/>
          </p:nvPr>
        </p:nvSpPr>
        <p:spPr/>
        <p:txBody>
          <a:bodyPr rtlCol="0"/>
          <a:lstStyle/>
          <a:p>
            <a:pPr rtl="0"/>
            <a:endParaRPr lang="it-IT" noProof="0" dirty="0"/>
          </a:p>
        </p:txBody>
      </p:sp>
      <p:sp>
        <p:nvSpPr>
          <p:cNvPr id="4" name="Segnaposto numero diapositiva 3">
            <a:extLst>
              <a:ext uri="{FF2B5EF4-FFF2-40B4-BE49-F238E27FC236}">
                <a16:creationId xmlns:a16="http://schemas.microsoft.com/office/drawing/2014/main" id="{B9A4AF55-C114-4B60-9A20-56B00A11B3BF}"/>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3058200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0883DA1-5CB8-405D-9613-8A9B7BC5664C}"/>
              </a:ext>
            </a:extLst>
          </p:cNvPr>
          <p:cNvSpPr>
            <a:spLocks noGrp="1"/>
          </p:cNvSpPr>
          <p:nvPr>
            <p:ph type="title"/>
          </p:nvPr>
        </p:nvSpPr>
        <p:spPr>
          <a:xfrm>
            <a:off x="839788" y="457200"/>
            <a:ext cx="3932237" cy="1600200"/>
          </a:xfrm>
        </p:spPr>
        <p:txBody>
          <a:bodyPr rtlCol="0" anchor="b"/>
          <a:lstStyle>
            <a:lvl1pPr>
              <a:defRPr sz="3200"/>
            </a:lvl1pPr>
          </a:lstStyle>
          <a:p>
            <a:pPr rtl="0"/>
            <a:r>
              <a:rPr lang="it-IT" noProof="0"/>
              <a:t>Fare clic per modificare lo stile del titolo dello schema</a:t>
            </a:r>
            <a:endParaRPr lang="it-IT" noProof="0" dirty="0"/>
          </a:p>
        </p:txBody>
      </p:sp>
      <p:sp>
        <p:nvSpPr>
          <p:cNvPr id="3" name="Segnaposto contenuto 2">
            <a:extLst>
              <a:ext uri="{FF2B5EF4-FFF2-40B4-BE49-F238E27FC236}">
                <a16:creationId xmlns:a16="http://schemas.microsoft.com/office/drawing/2014/main" id="{9842BB15-A24D-42E9-9CAE-BB827226301E}"/>
              </a:ext>
            </a:extLst>
          </p:cNvPr>
          <p:cNvSpPr>
            <a:spLocks noGrp="1"/>
          </p:cNvSpPr>
          <p:nvPr>
            <p:ph idx="1"/>
          </p:nvPr>
        </p:nvSpPr>
        <p:spPr>
          <a:xfrm>
            <a:off x="5183188" y="987425"/>
            <a:ext cx="6172200" cy="4873625"/>
          </a:xfrm>
        </p:spPr>
        <p:txBody>
          <a:bodyPr rtlCol="0"/>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rtl="0"/>
            <a:r>
              <a:rPr lang="it-IT" noProof="0"/>
              <a:t>Fare clic per modificare gli stili del testo dello schema</a:t>
            </a:r>
          </a:p>
          <a:p>
            <a:pPr lvl="1" rtl="0"/>
            <a:r>
              <a:rPr lang="it-IT" noProof="0"/>
              <a:t>Secondo livello</a:t>
            </a:r>
          </a:p>
          <a:p>
            <a:pPr lvl="2" rtl="0"/>
            <a:r>
              <a:rPr lang="it-IT" noProof="0"/>
              <a:t>Terzo livello</a:t>
            </a:r>
          </a:p>
          <a:p>
            <a:pPr lvl="3" rtl="0"/>
            <a:r>
              <a:rPr lang="it-IT" noProof="0"/>
              <a:t>Quarto livello</a:t>
            </a:r>
          </a:p>
          <a:p>
            <a:pPr lvl="4" rtl="0"/>
            <a:r>
              <a:rPr lang="it-IT" noProof="0"/>
              <a:t>Quinto livello</a:t>
            </a:r>
            <a:endParaRPr lang="it-IT" noProof="0" dirty="0"/>
          </a:p>
        </p:txBody>
      </p:sp>
      <p:sp>
        <p:nvSpPr>
          <p:cNvPr id="4" name="Segnaposto testo 3">
            <a:extLst>
              <a:ext uri="{FF2B5EF4-FFF2-40B4-BE49-F238E27FC236}">
                <a16:creationId xmlns:a16="http://schemas.microsoft.com/office/drawing/2014/main" id="{78F0849D-D3C3-462A-9751-4EAB0B9145E4}"/>
              </a:ext>
            </a:extLst>
          </p:cNvPr>
          <p:cNvSpPr>
            <a:spLocks noGrp="1"/>
          </p:cNvSpPr>
          <p:nvPr>
            <p:ph type="body" sz="half" idx="2"/>
          </p:nvPr>
        </p:nvSpPr>
        <p:spPr>
          <a:xfrm>
            <a:off x="839788" y="2057400"/>
            <a:ext cx="3932237" cy="3811588"/>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it-IT" noProof="0"/>
              <a:t>Fare clic per modificare gli stili del testo dello schema</a:t>
            </a:r>
          </a:p>
        </p:txBody>
      </p:sp>
      <p:sp>
        <p:nvSpPr>
          <p:cNvPr id="5" name="Segnaposto data 4">
            <a:extLst>
              <a:ext uri="{FF2B5EF4-FFF2-40B4-BE49-F238E27FC236}">
                <a16:creationId xmlns:a16="http://schemas.microsoft.com/office/drawing/2014/main" id="{F180DD20-7A20-4574-98A4-427795876739}"/>
              </a:ext>
            </a:extLst>
          </p:cNvPr>
          <p:cNvSpPr>
            <a:spLocks noGrp="1"/>
          </p:cNvSpPr>
          <p:nvPr>
            <p:ph type="dt" sz="half" idx="10"/>
          </p:nvPr>
        </p:nvSpPr>
        <p:spPr/>
        <p:txBody>
          <a:bodyPr rtlCol="0"/>
          <a:lstStyle/>
          <a:p>
            <a:pPr rtl="0"/>
            <a:fld id="{D7D791A9-9A19-4C7D-9EDF-F6B9F670B73C}" type="datetime1">
              <a:rPr lang="it-IT" noProof="0" smtClean="0"/>
              <a:t>20/02/2026</a:t>
            </a:fld>
            <a:endParaRPr lang="it-IT" noProof="0" dirty="0"/>
          </a:p>
        </p:txBody>
      </p:sp>
      <p:sp>
        <p:nvSpPr>
          <p:cNvPr id="6" name="Segnaposto piè di pagina 5">
            <a:extLst>
              <a:ext uri="{FF2B5EF4-FFF2-40B4-BE49-F238E27FC236}">
                <a16:creationId xmlns:a16="http://schemas.microsoft.com/office/drawing/2014/main" id="{54D0ED2B-71C4-421A-9DB0-676E00C10BDC}"/>
              </a:ext>
            </a:extLst>
          </p:cNvPr>
          <p:cNvSpPr>
            <a:spLocks noGrp="1"/>
          </p:cNvSpPr>
          <p:nvPr>
            <p:ph type="ftr" sz="quarter" idx="11"/>
          </p:nvPr>
        </p:nvSpPr>
        <p:spPr/>
        <p:txBody>
          <a:bodyPr rtlCol="0"/>
          <a:lstStyle/>
          <a:p>
            <a:pPr rtl="0"/>
            <a:endParaRPr lang="it-IT" noProof="0" dirty="0"/>
          </a:p>
        </p:txBody>
      </p:sp>
      <p:sp>
        <p:nvSpPr>
          <p:cNvPr id="7" name="Segnaposto numero diapositiva 6">
            <a:extLst>
              <a:ext uri="{FF2B5EF4-FFF2-40B4-BE49-F238E27FC236}">
                <a16:creationId xmlns:a16="http://schemas.microsoft.com/office/drawing/2014/main" id="{78C4572A-ADFC-4C53-BCA2-42BDF693BC4D}"/>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32309509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28F5C67-EEEC-4AB0-9653-0F80D6B10941}"/>
              </a:ext>
            </a:extLst>
          </p:cNvPr>
          <p:cNvSpPr>
            <a:spLocks noGrp="1"/>
          </p:cNvSpPr>
          <p:nvPr>
            <p:ph type="title"/>
          </p:nvPr>
        </p:nvSpPr>
        <p:spPr>
          <a:xfrm>
            <a:off x="839788" y="457200"/>
            <a:ext cx="3932237" cy="1600200"/>
          </a:xfrm>
        </p:spPr>
        <p:txBody>
          <a:bodyPr rtlCol="0" anchor="b"/>
          <a:lstStyle>
            <a:lvl1pPr>
              <a:defRPr sz="3200"/>
            </a:lvl1pPr>
          </a:lstStyle>
          <a:p>
            <a:pPr rtl="0"/>
            <a:r>
              <a:rPr lang="it-IT" noProof="0"/>
              <a:t>Fare clic per modificare lo stile del titolo dello schema</a:t>
            </a:r>
            <a:endParaRPr lang="it-IT" noProof="0" dirty="0"/>
          </a:p>
        </p:txBody>
      </p:sp>
      <p:sp>
        <p:nvSpPr>
          <p:cNvPr id="3" name="Segnaposto immagine 2">
            <a:extLst>
              <a:ext uri="{FF2B5EF4-FFF2-40B4-BE49-F238E27FC236}">
                <a16:creationId xmlns:a16="http://schemas.microsoft.com/office/drawing/2014/main" id="{1DD50D6D-5277-4324-AF23-5FAF007834EB}"/>
              </a:ext>
            </a:extLst>
          </p:cNvPr>
          <p:cNvSpPr>
            <a:spLocks noGrp="1"/>
          </p:cNvSpPr>
          <p:nvPr>
            <p:ph type="pic" idx="1"/>
          </p:nvPr>
        </p:nvSpPr>
        <p:spPr>
          <a:xfrm>
            <a:off x="5183188" y="987425"/>
            <a:ext cx="6172200" cy="4873625"/>
          </a:xfrm>
        </p:spPr>
        <p:txBody>
          <a:bodyPr rtlCol="0"/>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it-IT" noProof="0"/>
              <a:t>Fare clic sull'icona per inserire un'immagine</a:t>
            </a:r>
            <a:endParaRPr lang="it-IT" noProof="0" dirty="0"/>
          </a:p>
        </p:txBody>
      </p:sp>
      <p:sp>
        <p:nvSpPr>
          <p:cNvPr id="4" name="Segnaposto testo 3">
            <a:extLst>
              <a:ext uri="{FF2B5EF4-FFF2-40B4-BE49-F238E27FC236}">
                <a16:creationId xmlns:a16="http://schemas.microsoft.com/office/drawing/2014/main" id="{75275657-2BF9-4761-96B6-50EE3CFCFAD0}"/>
              </a:ext>
            </a:extLst>
          </p:cNvPr>
          <p:cNvSpPr>
            <a:spLocks noGrp="1"/>
          </p:cNvSpPr>
          <p:nvPr>
            <p:ph type="body" sz="half" idx="2"/>
          </p:nvPr>
        </p:nvSpPr>
        <p:spPr>
          <a:xfrm>
            <a:off x="839788" y="2057400"/>
            <a:ext cx="3932237" cy="3811588"/>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it-IT" noProof="0"/>
              <a:t>Fare clic per modificare gli stili del testo dello schema</a:t>
            </a:r>
          </a:p>
        </p:txBody>
      </p:sp>
      <p:sp>
        <p:nvSpPr>
          <p:cNvPr id="5" name="Segnaposto data 4">
            <a:extLst>
              <a:ext uri="{FF2B5EF4-FFF2-40B4-BE49-F238E27FC236}">
                <a16:creationId xmlns:a16="http://schemas.microsoft.com/office/drawing/2014/main" id="{5C3C3F7B-A4C8-4F9D-8165-BC5186EA0929}"/>
              </a:ext>
            </a:extLst>
          </p:cNvPr>
          <p:cNvSpPr>
            <a:spLocks noGrp="1"/>
          </p:cNvSpPr>
          <p:nvPr>
            <p:ph type="dt" sz="half" idx="10"/>
          </p:nvPr>
        </p:nvSpPr>
        <p:spPr/>
        <p:txBody>
          <a:bodyPr rtlCol="0"/>
          <a:lstStyle/>
          <a:p>
            <a:pPr rtl="0"/>
            <a:fld id="{1C87147A-BE07-4D89-850F-642EAF1AAEA9}" type="datetime1">
              <a:rPr lang="it-IT" noProof="0" smtClean="0"/>
              <a:t>20/02/2026</a:t>
            </a:fld>
            <a:endParaRPr lang="it-IT" noProof="0" dirty="0"/>
          </a:p>
        </p:txBody>
      </p:sp>
      <p:sp>
        <p:nvSpPr>
          <p:cNvPr id="6" name="Segnaposto piè di pagina 5">
            <a:extLst>
              <a:ext uri="{FF2B5EF4-FFF2-40B4-BE49-F238E27FC236}">
                <a16:creationId xmlns:a16="http://schemas.microsoft.com/office/drawing/2014/main" id="{DE696EA5-2FA2-464D-982F-C53E6426A843}"/>
              </a:ext>
            </a:extLst>
          </p:cNvPr>
          <p:cNvSpPr>
            <a:spLocks noGrp="1"/>
          </p:cNvSpPr>
          <p:nvPr>
            <p:ph type="ftr" sz="quarter" idx="11"/>
          </p:nvPr>
        </p:nvSpPr>
        <p:spPr/>
        <p:txBody>
          <a:bodyPr rtlCol="0"/>
          <a:lstStyle/>
          <a:p>
            <a:pPr rtl="0"/>
            <a:endParaRPr lang="it-IT" noProof="0" dirty="0"/>
          </a:p>
        </p:txBody>
      </p:sp>
      <p:sp>
        <p:nvSpPr>
          <p:cNvPr id="7" name="Segnaposto numero diapositiva 6">
            <a:extLst>
              <a:ext uri="{FF2B5EF4-FFF2-40B4-BE49-F238E27FC236}">
                <a16:creationId xmlns:a16="http://schemas.microsoft.com/office/drawing/2014/main" id="{8911B398-191B-4AB1-86ED-00D0046EACF5}"/>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1586601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5F7B869-BFB2-4C20-8AB1-46704BB3D177}"/>
              </a:ext>
            </a:extLst>
          </p:cNvPr>
          <p:cNvSpPr>
            <a:spLocks noGrp="1"/>
          </p:cNvSpPr>
          <p:nvPr>
            <p:ph type="title"/>
          </p:nvPr>
        </p:nvSpPr>
        <p:spPr/>
        <p:txBody>
          <a:bodyPr rtlCol="0"/>
          <a:lstStyle/>
          <a:p>
            <a:pPr rtl="0"/>
            <a:r>
              <a:rPr lang="it-IT" noProof="0"/>
              <a:t>Fare clic per modificare lo stile del titolo dello schema</a:t>
            </a:r>
            <a:endParaRPr lang="it-IT" noProof="0" dirty="0"/>
          </a:p>
        </p:txBody>
      </p:sp>
      <p:sp>
        <p:nvSpPr>
          <p:cNvPr id="3" name="Segnaposto testo verticale 2">
            <a:extLst>
              <a:ext uri="{FF2B5EF4-FFF2-40B4-BE49-F238E27FC236}">
                <a16:creationId xmlns:a16="http://schemas.microsoft.com/office/drawing/2014/main" id="{19F007DB-4F12-4428-9C48-5120DF07046D}"/>
              </a:ext>
            </a:extLst>
          </p:cNvPr>
          <p:cNvSpPr>
            <a:spLocks noGrp="1"/>
          </p:cNvSpPr>
          <p:nvPr>
            <p:ph type="body" orient="vert" idx="1"/>
          </p:nvPr>
        </p:nvSpPr>
        <p:spPr/>
        <p:txBody>
          <a:bodyPr vert="eaVert" rtlCol="0"/>
          <a:lstStyle/>
          <a:p>
            <a:pPr lvl="0" rtl="0"/>
            <a:r>
              <a:rPr lang="it-IT" noProof="0"/>
              <a:t>Fare clic per modificare gli stili del testo dello schema</a:t>
            </a:r>
          </a:p>
          <a:p>
            <a:pPr lvl="1" rtl="0"/>
            <a:r>
              <a:rPr lang="it-IT" noProof="0"/>
              <a:t>Secondo livello</a:t>
            </a:r>
          </a:p>
          <a:p>
            <a:pPr lvl="2" rtl="0"/>
            <a:r>
              <a:rPr lang="it-IT" noProof="0"/>
              <a:t>Terzo livello</a:t>
            </a:r>
          </a:p>
          <a:p>
            <a:pPr lvl="3" rtl="0"/>
            <a:r>
              <a:rPr lang="it-IT" noProof="0"/>
              <a:t>Quarto livello</a:t>
            </a:r>
          </a:p>
          <a:p>
            <a:pPr lvl="4" rtl="0"/>
            <a:r>
              <a:rPr lang="it-IT" noProof="0"/>
              <a:t>Quinto livello</a:t>
            </a:r>
            <a:endParaRPr lang="it-IT" noProof="0" dirty="0"/>
          </a:p>
        </p:txBody>
      </p:sp>
      <p:sp>
        <p:nvSpPr>
          <p:cNvPr id="4" name="Segnaposto data 3">
            <a:extLst>
              <a:ext uri="{FF2B5EF4-FFF2-40B4-BE49-F238E27FC236}">
                <a16:creationId xmlns:a16="http://schemas.microsoft.com/office/drawing/2014/main" id="{16FFA8DA-0E31-4CA6-BBFC-2467AAD1D30B}"/>
              </a:ext>
            </a:extLst>
          </p:cNvPr>
          <p:cNvSpPr>
            <a:spLocks noGrp="1"/>
          </p:cNvSpPr>
          <p:nvPr>
            <p:ph type="dt" sz="half" idx="10"/>
          </p:nvPr>
        </p:nvSpPr>
        <p:spPr/>
        <p:txBody>
          <a:bodyPr rtlCol="0"/>
          <a:lstStyle/>
          <a:p>
            <a:pPr rtl="0"/>
            <a:fld id="{59F66E3F-D06F-47DA-A95C-C846DE23F8C0}" type="datetime1">
              <a:rPr lang="it-IT" noProof="0" smtClean="0"/>
              <a:t>20/02/2026</a:t>
            </a:fld>
            <a:endParaRPr lang="it-IT" noProof="0" dirty="0"/>
          </a:p>
        </p:txBody>
      </p:sp>
      <p:sp>
        <p:nvSpPr>
          <p:cNvPr id="5" name="Segnaposto piè di pagina 4">
            <a:extLst>
              <a:ext uri="{FF2B5EF4-FFF2-40B4-BE49-F238E27FC236}">
                <a16:creationId xmlns:a16="http://schemas.microsoft.com/office/drawing/2014/main" id="{064974BD-9845-459A-9AAA-12731E2507C4}"/>
              </a:ext>
            </a:extLst>
          </p:cNvPr>
          <p:cNvSpPr>
            <a:spLocks noGrp="1"/>
          </p:cNvSpPr>
          <p:nvPr>
            <p:ph type="ftr" sz="quarter" idx="11"/>
          </p:nvPr>
        </p:nvSpPr>
        <p:spPr/>
        <p:txBody>
          <a:bodyPr rtlCol="0"/>
          <a:lstStyle/>
          <a:p>
            <a:pPr rtl="0"/>
            <a:endParaRPr lang="it-IT" noProof="0" dirty="0"/>
          </a:p>
        </p:txBody>
      </p:sp>
      <p:sp>
        <p:nvSpPr>
          <p:cNvPr id="6" name="Segnaposto numero diapositiva 5">
            <a:extLst>
              <a:ext uri="{FF2B5EF4-FFF2-40B4-BE49-F238E27FC236}">
                <a16:creationId xmlns:a16="http://schemas.microsoft.com/office/drawing/2014/main" id="{C2A71B0A-FDFB-4B2C-A9EC-2334C590013E}"/>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3931409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olo verticale e testo">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E60B5D73-1652-4A8E-B5A3-101523D7290A}"/>
              </a:ext>
            </a:extLst>
          </p:cNvPr>
          <p:cNvSpPr>
            <a:spLocks noGrp="1"/>
          </p:cNvSpPr>
          <p:nvPr>
            <p:ph type="title" orient="vert"/>
          </p:nvPr>
        </p:nvSpPr>
        <p:spPr>
          <a:xfrm>
            <a:off x="8724900" y="365125"/>
            <a:ext cx="2628900" cy="5811838"/>
          </a:xfrm>
        </p:spPr>
        <p:txBody>
          <a:bodyPr vert="eaVert" rtlCol="0"/>
          <a:lstStyle/>
          <a:p>
            <a:pPr rtl="0"/>
            <a:r>
              <a:rPr lang="it-IT" noProof="0"/>
              <a:t>Fare clic per modificare lo stile del titolo dello schema</a:t>
            </a:r>
            <a:endParaRPr lang="it-IT" noProof="0" dirty="0"/>
          </a:p>
        </p:txBody>
      </p:sp>
      <p:sp>
        <p:nvSpPr>
          <p:cNvPr id="3" name="Segnaposto testo verticale 2">
            <a:extLst>
              <a:ext uri="{FF2B5EF4-FFF2-40B4-BE49-F238E27FC236}">
                <a16:creationId xmlns:a16="http://schemas.microsoft.com/office/drawing/2014/main" id="{A9B7FB99-7425-444D-B602-01B672BCE8C6}"/>
              </a:ext>
            </a:extLst>
          </p:cNvPr>
          <p:cNvSpPr>
            <a:spLocks noGrp="1"/>
          </p:cNvSpPr>
          <p:nvPr>
            <p:ph type="body" orient="vert" idx="1"/>
          </p:nvPr>
        </p:nvSpPr>
        <p:spPr>
          <a:xfrm>
            <a:off x="838200" y="365125"/>
            <a:ext cx="7734300" cy="5811838"/>
          </a:xfrm>
        </p:spPr>
        <p:txBody>
          <a:bodyPr vert="eaVert" rtlCol="0"/>
          <a:lstStyle/>
          <a:p>
            <a:pPr lvl="0" rtl="0"/>
            <a:r>
              <a:rPr lang="it-IT" noProof="0"/>
              <a:t>Fare clic per modificare gli stili del testo dello schema</a:t>
            </a:r>
          </a:p>
          <a:p>
            <a:pPr lvl="1" rtl="0"/>
            <a:r>
              <a:rPr lang="it-IT" noProof="0"/>
              <a:t>Secondo livello</a:t>
            </a:r>
          </a:p>
          <a:p>
            <a:pPr lvl="2" rtl="0"/>
            <a:r>
              <a:rPr lang="it-IT" noProof="0"/>
              <a:t>Terzo livello</a:t>
            </a:r>
          </a:p>
          <a:p>
            <a:pPr lvl="3" rtl="0"/>
            <a:r>
              <a:rPr lang="it-IT" noProof="0"/>
              <a:t>Quarto livello</a:t>
            </a:r>
          </a:p>
          <a:p>
            <a:pPr lvl="4" rtl="0"/>
            <a:r>
              <a:rPr lang="it-IT" noProof="0"/>
              <a:t>Quinto livello</a:t>
            </a:r>
            <a:endParaRPr lang="it-IT" noProof="0" dirty="0"/>
          </a:p>
        </p:txBody>
      </p:sp>
      <p:sp>
        <p:nvSpPr>
          <p:cNvPr id="4" name="Segnaposto data 3">
            <a:extLst>
              <a:ext uri="{FF2B5EF4-FFF2-40B4-BE49-F238E27FC236}">
                <a16:creationId xmlns:a16="http://schemas.microsoft.com/office/drawing/2014/main" id="{00EEA9C5-552A-48A1-AB54-ED54209B3B48}"/>
              </a:ext>
            </a:extLst>
          </p:cNvPr>
          <p:cNvSpPr>
            <a:spLocks noGrp="1"/>
          </p:cNvSpPr>
          <p:nvPr>
            <p:ph type="dt" sz="half" idx="10"/>
          </p:nvPr>
        </p:nvSpPr>
        <p:spPr/>
        <p:txBody>
          <a:bodyPr rtlCol="0"/>
          <a:lstStyle/>
          <a:p>
            <a:pPr rtl="0"/>
            <a:fld id="{46FE6513-E3C7-4048-AC2F-41B0D1F6D895}" type="datetime1">
              <a:rPr lang="it-IT" noProof="0" smtClean="0"/>
              <a:t>20/02/2026</a:t>
            </a:fld>
            <a:endParaRPr lang="it-IT" noProof="0" dirty="0"/>
          </a:p>
        </p:txBody>
      </p:sp>
      <p:sp>
        <p:nvSpPr>
          <p:cNvPr id="5" name="Segnaposto piè di pagina 4">
            <a:extLst>
              <a:ext uri="{FF2B5EF4-FFF2-40B4-BE49-F238E27FC236}">
                <a16:creationId xmlns:a16="http://schemas.microsoft.com/office/drawing/2014/main" id="{1A83AAA3-4155-48FB-8F00-16DBE0C9C256}"/>
              </a:ext>
            </a:extLst>
          </p:cNvPr>
          <p:cNvSpPr>
            <a:spLocks noGrp="1"/>
          </p:cNvSpPr>
          <p:nvPr>
            <p:ph type="ftr" sz="quarter" idx="11"/>
          </p:nvPr>
        </p:nvSpPr>
        <p:spPr/>
        <p:txBody>
          <a:bodyPr rtlCol="0"/>
          <a:lstStyle/>
          <a:p>
            <a:pPr rtl="0"/>
            <a:endParaRPr lang="it-IT" noProof="0" dirty="0"/>
          </a:p>
        </p:txBody>
      </p:sp>
      <p:sp>
        <p:nvSpPr>
          <p:cNvPr id="6" name="Segnaposto numero diapositiva 5">
            <a:extLst>
              <a:ext uri="{FF2B5EF4-FFF2-40B4-BE49-F238E27FC236}">
                <a16:creationId xmlns:a16="http://schemas.microsoft.com/office/drawing/2014/main" id="{5D694EAE-CB3C-4DEF-A66D-583C7AAC92D8}"/>
              </a:ext>
            </a:extLst>
          </p:cNvPr>
          <p:cNvSpPr>
            <a:spLocks noGrp="1"/>
          </p:cNvSpPr>
          <p:nvPr>
            <p:ph type="sldNum" sz="quarter" idx="12"/>
          </p:nvPr>
        </p:nvSpPr>
        <p:spPr/>
        <p:txBody>
          <a:bodyPr rtlCol="0"/>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17468042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7B3445CA-54C1-4DDE-A216-DD2414E3F5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pPr rtl="0"/>
            <a:r>
              <a:rPr lang="it-IT" noProof="0" dirty="0"/>
              <a:t>Fare clic per modificare lo stile del titolo dello schema</a:t>
            </a:r>
          </a:p>
        </p:txBody>
      </p:sp>
      <p:sp>
        <p:nvSpPr>
          <p:cNvPr id="3" name="Segnaposto testo 2">
            <a:extLst>
              <a:ext uri="{FF2B5EF4-FFF2-40B4-BE49-F238E27FC236}">
                <a16:creationId xmlns:a16="http://schemas.microsoft.com/office/drawing/2014/main" id="{0306395A-6879-4E93-B24E-067F88AC1D6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it-IT" noProof="0" dirty="0"/>
              <a:t>Modifica gli stili del testo dello schema</a:t>
            </a:r>
          </a:p>
          <a:p>
            <a:pPr lvl="1" rtl="0"/>
            <a:r>
              <a:rPr lang="it-IT" noProof="0" dirty="0"/>
              <a:t>Secondo livello</a:t>
            </a:r>
          </a:p>
          <a:p>
            <a:pPr lvl="2" rtl="0"/>
            <a:r>
              <a:rPr lang="it-IT" noProof="0" dirty="0"/>
              <a:t>Terzo livello</a:t>
            </a:r>
          </a:p>
          <a:p>
            <a:pPr lvl="3" rtl="0"/>
            <a:r>
              <a:rPr lang="it-IT" noProof="0" dirty="0"/>
              <a:t>Quarto livello</a:t>
            </a:r>
          </a:p>
          <a:p>
            <a:pPr lvl="4" rtl="0"/>
            <a:r>
              <a:rPr lang="it-IT" noProof="0" dirty="0"/>
              <a:t>Quinto livello</a:t>
            </a:r>
          </a:p>
        </p:txBody>
      </p:sp>
      <p:sp>
        <p:nvSpPr>
          <p:cNvPr id="4" name="Segnaposto data 3">
            <a:extLst>
              <a:ext uri="{FF2B5EF4-FFF2-40B4-BE49-F238E27FC236}">
                <a16:creationId xmlns:a16="http://schemas.microsoft.com/office/drawing/2014/main" id="{9450FF5B-A6A6-4F0F-AA5D-3F0F69A43A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rtl="0"/>
            <a:fld id="{750AD8DE-E201-43F1-B9CB-48547493CA6A}" type="datetime1">
              <a:rPr lang="it-IT" noProof="0" smtClean="0"/>
              <a:t>20/02/2026</a:t>
            </a:fld>
            <a:endParaRPr lang="it-IT" noProof="0" dirty="0"/>
          </a:p>
        </p:txBody>
      </p:sp>
      <p:sp>
        <p:nvSpPr>
          <p:cNvPr id="5" name="Segnaposto piè di pagina 4">
            <a:extLst>
              <a:ext uri="{FF2B5EF4-FFF2-40B4-BE49-F238E27FC236}">
                <a16:creationId xmlns:a16="http://schemas.microsoft.com/office/drawing/2014/main" id="{FA798FAA-76CC-42EF-8BE0-466A41BBAB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rtl="0"/>
            <a:endParaRPr lang="it-IT" noProof="0" dirty="0"/>
          </a:p>
        </p:txBody>
      </p:sp>
      <p:sp>
        <p:nvSpPr>
          <p:cNvPr id="6" name="Segnaposto numero diapositiva 5">
            <a:extLst>
              <a:ext uri="{FF2B5EF4-FFF2-40B4-BE49-F238E27FC236}">
                <a16:creationId xmlns:a16="http://schemas.microsoft.com/office/drawing/2014/main" id="{5149FF02-6890-4E10-B958-1097AD32C6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rtl="0"/>
            <a:fld id="{06FEDF93-2BFD-41CA-ABC7-B039102F3792}" type="slidenum">
              <a:rPr lang="it-IT" noProof="0" smtClean="0"/>
              <a:t>‹N›</a:t>
            </a:fld>
            <a:endParaRPr lang="it-IT" noProof="0" dirty="0"/>
          </a:p>
        </p:txBody>
      </p:sp>
    </p:spTree>
    <p:extLst>
      <p:ext uri="{BB962C8B-B14F-4D97-AF65-F5344CB8AC3E}">
        <p14:creationId xmlns:p14="http://schemas.microsoft.com/office/powerpoint/2010/main" val="2603789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1.jpeg"/><Relationship Id="rId4" Type="http://schemas.openxmlformats.org/officeDocument/2006/relationships/image" Target="../media/image10.jpe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zigZag">
          <a:fgClr>
            <a:schemeClr val="accent3">
              <a:lumMod val="75000"/>
            </a:schemeClr>
          </a:fgClr>
          <a:bgClr>
            <a:schemeClr val="accent3">
              <a:lumMod val="50000"/>
            </a:schemeClr>
          </a:bgClr>
        </a:patt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4300AEF-1595-4419-801B-6E36A33BB8CF}"/>
              </a:ext>
            </a:extLst>
          </p:cNvPr>
          <p:cNvSpPr>
            <a:spLocks noGrp="1"/>
          </p:cNvSpPr>
          <p:nvPr>
            <p:ph type="ctrTitle"/>
          </p:nvPr>
        </p:nvSpPr>
        <p:spPr>
          <a:xfrm>
            <a:off x="0" y="2930402"/>
            <a:ext cx="12192000" cy="443198"/>
          </a:xfrm>
        </p:spPr>
        <p:txBody>
          <a:bodyPr wrap="square" lIns="0" tIns="0" rIns="0" bIns="0" rtlCol="0" anchor="t">
            <a:spAutoFit/>
          </a:bodyPr>
          <a:lstStyle/>
          <a:p>
            <a:pPr rtl="0"/>
            <a:r>
              <a:rPr lang="it-IT" sz="3200" b="1" dirty="0" err="1">
                <a:solidFill>
                  <a:schemeClr val="bg1"/>
                </a:solidFill>
              </a:rPr>
              <a:t>AndroidMote</a:t>
            </a:r>
            <a:endParaRPr lang="it-IT" sz="3200" dirty="0">
              <a:solidFill>
                <a:schemeClr val="accent4"/>
              </a:solidFill>
            </a:endParaRPr>
          </a:p>
        </p:txBody>
      </p:sp>
      <p:grpSp>
        <p:nvGrpSpPr>
          <p:cNvPr id="7" name="Gruppo 6" descr="Icona di diagramma. ">
            <a:extLst>
              <a:ext uri="{FF2B5EF4-FFF2-40B4-BE49-F238E27FC236}">
                <a16:creationId xmlns:a16="http://schemas.microsoft.com/office/drawing/2014/main" id="{B95DF07A-CE7E-4D89-9AA0-25F4FFF3B9C7}"/>
              </a:ext>
            </a:extLst>
          </p:cNvPr>
          <p:cNvGrpSpPr/>
          <p:nvPr/>
        </p:nvGrpSpPr>
        <p:grpSpPr>
          <a:xfrm>
            <a:off x="5851021" y="2279334"/>
            <a:ext cx="489958" cy="492680"/>
            <a:chOff x="2025650" y="4786313"/>
            <a:chExt cx="285750" cy="287338"/>
          </a:xfrm>
          <a:solidFill>
            <a:schemeClr val="bg1"/>
          </a:solidFill>
        </p:grpSpPr>
        <p:sp>
          <p:nvSpPr>
            <p:cNvPr id="8" name="Figura a mano libera 565">
              <a:extLst>
                <a:ext uri="{FF2B5EF4-FFF2-40B4-BE49-F238E27FC236}">
                  <a16:creationId xmlns:a16="http://schemas.microsoft.com/office/drawing/2014/main" id="{548FC78B-EF83-4185-A63D-1A5A85640B62}"/>
                </a:ext>
              </a:extLst>
            </p:cNvPr>
            <p:cNvSpPr>
              <a:spLocks noEditPoints="1"/>
            </p:cNvSpPr>
            <p:nvPr/>
          </p:nvSpPr>
          <p:spPr bwMode="auto">
            <a:xfrm>
              <a:off x="2025650" y="4786313"/>
              <a:ext cx="285750" cy="287338"/>
            </a:xfrm>
            <a:custGeom>
              <a:avLst/>
              <a:gdLst>
                <a:gd name="T0" fmla="*/ 812 w 903"/>
                <a:gd name="T1" fmla="*/ 500 h 903"/>
                <a:gd name="T2" fmla="*/ 810 w 903"/>
                <a:gd name="T3" fmla="*/ 505 h 903"/>
                <a:gd name="T4" fmla="*/ 806 w 903"/>
                <a:gd name="T5" fmla="*/ 509 h 903"/>
                <a:gd name="T6" fmla="*/ 800 w 903"/>
                <a:gd name="T7" fmla="*/ 511 h 903"/>
                <a:gd name="T8" fmla="*/ 105 w 903"/>
                <a:gd name="T9" fmla="*/ 511 h 903"/>
                <a:gd name="T10" fmla="*/ 99 w 903"/>
                <a:gd name="T11" fmla="*/ 510 h 903"/>
                <a:gd name="T12" fmla="*/ 95 w 903"/>
                <a:gd name="T13" fmla="*/ 507 h 903"/>
                <a:gd name="T14" fmla="*/ 92 w 903"/>
                <a:gd name="T15" fmla="*/ 502 h 903"/>
                <a:gd name="T16" fmla="*/ 90 w 903"/>
                <a:gd name="T17" fmla="*/ 496 h 903"/>
                <a:gd name="T18" fmla="*/ 90 w 903"/>
                <a:gd name="T19" fmla="*/ 105 h 903"/>
                <a:gd name="T20" fmla="*/ 92 w 903"/>
                <a:gd name="T21" fmla="*/ 100 h 903"/>
                <a:gd name="T22" fmla="*/ 95 w 903"/>
                <a:gd name="T23" fmla="*/ 94 h 903"/>
                <a:gd name="T24" fmla="*/ 99 w 903"/>
                <a:gd name="T25" fmla="*/ 91 h 903"/>
                <a:gd name="T26" fmla="*/ 105 w 903"/>
                <a:gd name="T27" fmla="*/ 90 h 903"/>
                <a:gd name="T28" fmla="*/ 800 w 903"/>
                <a:gd name="T29" fmla="*/ 90 h 903"/>
                <a:gd name="T30" fmla="*/ 806 w 903"/>
                <a:gd name="T31" fmla="*/ 92 h 903"/>
                <a:gd name="T32" fmla="*/ 810 w 903"/>
                <a:gd name="T33" fmla="*/ 96 h 903"/>
                <a:gd name="T34" fmla="*/ 812 w 903"/>
                <a:gd name="T35" fmla="*/ 102 h 903"/>
                <a:gd name="T36" fmla="*/ 813 w 903"/>
                <a:gd name="T37" fmla="*/ 496 h 903"/>
                <a:gd name="T38" fmla="*/ 15 w 903"/>
                <a:gd name="T39" fmla="*/ 0 h 903"/>
                <a:gd name="T40" fmla="*/ 9 w 903"/>
                <a:gd name="T41" fmla="*/ 1 h 903"/>
                <a:gd name="T42" fmla="*/ 5 w 903"/>
                <a:gd name="T43" fmla="*/ 4 h 903"/>
                <a:gd name="T44" fmla="*/ 1 w 903"/>
                <a:gd name="T45" fmla="*/ 8 h 903"/>
                <a:gd name="T46" fmla="*/ 0 w 903"/>
                <a:gd name="T47" fmla="*/ 15 h 903"/>
                <a:gd name="T48" fmla="*/ 0 w 903"/>
                <a:gd name="T49" fmla="*/ 590 h 903"/>
                <a:gd name="T50" fmla="*/ 2 w 903"/>
                <a:gd name="T51" fmla="*/ 595 h 903"/>
                <a:gd name="T52" fmla="*/ 7 w 903"/>
                <a:gd name="T53" fmla="*/ 599 h 903"/>
                <a:gd name="T54" fmla="*/ 12 w 903"/>
                <a:gd name="T55" fmla="*/ 602 h 903"/>
                <a:gd name="T56" fmla="*/ 437 w 903"/>
                <a:gd name="T57" fmla="*/ 602 h 903"/>
                <a:gd name="T58" fmla="*/ 260 w 903"/>
                <a:gd name="T59" fmla="*/ 877 h 903"/>
                <a:gd name="T60" fmla="*/ 257 w 903"/>
                <a:gd name="T61" fmla="*/ 883 h 903"/>
                <a:gd name="T62" fmla="*/ 256 w 903"/>
                <a:gd name="T63" fmla="*/ 888 h 903"/>
                <a:gd name="T64" fmla="*/ 257 w 903"/>
                <a:gd name="T65" fmla="*/ 893 h 903"/>
                <a:gd name="T66" fmla="*/ 260 w 903"/>
                <a:gd name="T67" fmla="*/ 899 h 903"/>
                <a:gd name="T68" fmla="*/ 265 w 903"/>
                <a:gd name="T69" fmla="*/ 902 h 903"/>
                <a:gd name="T70" fmla="*/ 271 w 903"/>
                <a:gd name="T71" fmla="*/ 903 h 903"/>
                <a:gd name="T72" fmla="*/ 277 w 903"/>
                <a:gd name="T73" fmla="*/ 902 h 903"/>
                <a:gd name="T74" fmla="*/ 281 w 903"/>
                <a:gd name="T75" fmla="*/ 899 h 903"/>
                <a:gd name="T76" fmla="*/ 621 w 903"/>
                <a:gd name="T77" fmla="*/ 899 h 903"/>
                <a:gd name="T78" fmla="*/ 627 w 903"/>
                <a:gd name="T79" fmla="*/ 902 h 903"/>
                <a:gd name="T80" fmla="*/ 632 w 903"/>
                <a:gd name="T81" fmla="*/ 903 h 903"/>
                <a:gd name="T82" fmla="*/ 637 w 903"/>
                <a:gd name="T83" fmla="*/ 902 h 903"/>
                <a:gd name="T84" fmla="*/ 643 w 903"/>
                <a:gd name="T85" fmla="*/ 899 h 903"/>
                <a:gd name="T86" fmla="*/ 646 w 903"/>
                <a:gd name="T87" fmla="*/ 893 h 903"/>
                <a:gd name="T88" fmla="*/ 647 w 903"/>
                <a:gd name="T89" fmla="*/ 888 h 903"/>
                <a:gd name="T90" fmla="*/ 646 w 903"/>
                <a:gd name="T91" fmla="*/ 883 h 903"/>
                <a:gd name="T92" fmla="*/ 643 w 903"/>
                <a:gd name="T93" fmla="*/ 877 h 903"/>
                <a:gd name="T94" fmla="*/ 467 w 903"/>
                <a:gd name="T95" fmla="*/ 602 h 903"/>
                <a:gd name="T96" fmla="*/ 892 w 903"/>
                <a:gd name="T97" fmla="*/ 602 h 903"/>
                <a:gd name="T98" fmla="*/ 897 w 903"/>
                <a:gd name="T99" fmla="*/ 599 h 903"/>
                <a:gd name="T100" fmla="*/ 900 w 903"/>
                <a:gd name="T101" fmla="*/ 595 h 903"/>
                <a:gd name="T102" fmla="*/ 902 w 903"/>
                <a:gd name="T103" fmla="*/ 590 h 903"/>
                <a:gd name="T104" fmla="*/ 903 w 903"/>
                <a:gd name="T105" fmla="*/ 15 h 903"/>
                <a:gd name="T106" fmla="*/ 902 w 903"/>
                <a:gd name="T107" fmla="*/ 8 h 903"/>
                <a:gd name="T108" fmla="*/ 899 w 903"/>
                <a:gd name="T109" fmla="*/ 4 h 903"/>
                <a:gd name="T110" fmla="*/ 894 w 903"/>
                <a:gd name="T111" fmla="*/ 1 h 903"/>
                <a:gd name="T112" fmla="*/ 888 w 903"/>
                <a:gd name="T113" fmla="*/ 0 h 9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903" h="903">
                  <a:moveTo>
                    <a:pt x="813" y="496"/>
                  </a:moveTo>
                  <a:lnTo>
                    <a:pt x="812" y="500"/>
                  </a:lnTo>
                  <a:lnTo>
                    <a:pt x="811" y="502"/>
                  </a:lnTo>
                  <a:lnTo>
                    <a:pt x="810" y="505"/>
                  </a:lnTo>
                  <a:lnTo>
                    <a:pt x="808" y="507"/>
                  </a:lnTo>
                  <a:lnTo>
                    <a:pt x="806" y="509"/>
                  </a:lnTo>
                  <a:lnTo>
                    <a:pt x="804" y="510"/>
                  </a:lnTo>
                  <a:lnTo>
                    <a:pt x="800" y="511"/>
                  </a:lnTo>
                  <a:lnTo>
                    <a:pt x="797" y="511"/>
                  </a:lnTo>
                  <a:lnTo>
                    <a:pt x="105" y="511"/>
                  </a:lnTo>
                  <a:lnTo>
                    <a:pt x="102" y="511"/>
                  </a:lnTo>
                  <a:lnTo>
                    <a:pt x="99" y="510"/>
                  </a:lnTo>
                  <a:lnTo>
                    <a:pt x="97" y="509"/>
                  </a:lnTo>
                  <a:lnTo>
                    <a:pt x="95" y="507"/>
                  </a:lnTo>
                  <a:lnTo>
                    <a:pt x="93" y="505"/>
                  </a:lnTo>
                  <a:lnTo>
                    <a:pt x="92" y="502"/>
                  </a:lnTo>
                  <a:lnTo>
                    <a:pt x="90" y="500"/>
                  </a:lnTo>
                  <a:lnTo>
                    <a:pt x="90" y="496"/>
                  </a:lnTo>
                  <a:lnTo>
                    <a:pt x="90" y="316"/>
                  </a:lnTo>
                  <a:lnTo>
                    <a:pt x="90" y="105"/>
                  </a:lnTo>
                  <a:lnTo>
                    <a:pt x="90" y="102"/>
                  </a:lnTo>
                  <a:lnTo>
                    <a:pt x="92" y="100"/>
                  </a:lnTo>
                  <a:lnTo>
                    <a:pt x="93" y="96"/>
                  </a:lnTo>
                  <a:lnTo>
                    <a:pt x="95" y="94"/>
                  </a:lnTo>
                  <a:lnTo>
                    <a:pt x="97" y="92"/>
                  </a:lnTo>
                  <a:lnTo>
                    <a:pt x="99" y="91"/>
                  </a:lnTo>
                  <a:lnTo>
                    <a:pt x="102" y="90"/>
                  </a:lnTo>
                  <a:lnTo>
                    <a:pt x="105" y="90"/>
                  </a:lnTo>
                  <a:lnTo>
                    <a:pt x="798" y="90"/>
                  </a:lnTo>
                  <a:lnTo>
                    <a:pt x="800" y="90"/>
                  </a:lnTo>
                  <a:lnTo>
                    <a:pt x="804" y="91"/>
                  </a:lnTo>
                  <a:lnTo>
                    <a:pt x="806" y="92"/>
                  </a:lnTo>
                  <a:lnTo>
                    <a:pt x="808" y="94"/>
                  </a:lnTo>
                  <a:lnTo>
                    <a:pt x="810" y="96"/>
                  </a:lnTo>
                  <a:lnTo>
                    <a:pt x="811" y="100"/>
                  </a:lnTo>
                  <a:lnTo>
                    <a:pt x="812" y="102"/>
                  </a:lnTo>
                  <a:lnTo>
                    <a:pt x="813" y="105"/>
                  </a:lnTo>
                  <a:lnTo>
                    <a:pt x="813" y="496"/>
                  </a:lnTo>
                  <a:close/>
                  <a:moveTo>
                    <a:pt x="888" y="0"/>
                  </a:moveTo>
                  <a:lnTo>
                    <a:pt x="15" y="0"/>
                  </a:lnTo>
                  <a:lnTo>
                    <a:pt x="12" y="0"/>
                  </a:lnTo>
                  <a:lnTo>
                    <a:pt x="9" y="1"/>
                  </a:lnTo>
                  <a:lnTo>
                    <a:pt x="7" y="2"/>
                  </a:lnTo>
                  <a:lnTo>
                    <a:pt x="5" y="4"/>
                  </a:lnTo>
                  <a:lnTo>
                    <a:pt x="2" y="6"/>
                  </a:lnTo>
                  <a:lnTo>
                    <a:pt x="1" y="8"/>
                  </a:lnTo>
                  <a:lnTo>
                    <a:pt x="0" y="12"/>
                  </a:lnTo>
                  <a:lnTo>
                    <a:pt x="0" y="15"/>
                  </a:lnTo>
                  <a:lnTo>
                    <a:pt x="0" y="587"/>
                  </a:lnTo>
                  <a:lnTo>
                    <a:pt x="0" y="590"/>
                  </a:lnTo>
                  <a:lnTo>
                    <a:pt x="1" y="593"/>
                  </a:lnTo>
                  <a:lnTo>
                    <a:pt x="2" y="595"/>
                  </a:lnTo>
                  <a:lnTo>
                    <a:pt x="5" y="597"/>
                  </a:lnTo>
                  <a:lnTo>
                    <a:pt x="7" y="599"/>
                  </a:lnTo>
                  <a:lnTo>
                    <a:pt x="9" y="601"/>
                  </a:lnTo>
                  <a:lnTo>
                    <a:pt x="12" y="602"/>
                  </a:lnTo>
                  <a:lnTo>
                    <a:pt x="15" y="602"/>
                  </a:lnTo>
                  <a:lnTo>
                    <a:pt x="437" y="602"/>
                  </a:lnTo>
                  <a:lnTo>
                    <a:pt x="437" y="701"/>
                  </a:lnTo>
                  <a:lnTo>
                    <a:pt x="260" y="877"/>
                  </a:lnTo>
                  <a:lnTo>
                    <a:pt x="259" y="879"/>
                  </a:lnTo>
                  <a:lnTo>
                    <a:pt x="257" y="883"/>
                  </a:lnTo>
                  <a:lnTo>
                    <a:pt x="256" y="885"/>
                  </a:lnTo>
                  <a:lnTo>
                    <a:pt x="256" y="888"/>
                  </a:lnTo>
                  <a:lnTo>
                    <a:pt x="256" y="891"/>
                  </a:lnTo>
                  <a:lnTo>
                    <a:pt x="257" y="893"/>
                  </a:lnTo>
                  <a:lnTo>
                    <a:pt x="259" y="897"/>
                  </a:lnTo>
                  <a:lnTo>
                    <a:pt x="260" y="899"/>
                  </a:lnTo>
                  <a:lnTo>
                    <a:pt x="263" y="901"/>
                  </a:lnTo>
                  <a:lnTo>
                    <a:pt x="265" y="902"/>
                  </a:lnTo>
                  <a:lnTo>
                    <a:pt x="268" y="903"/>
                  </a:lnTo>
                  <a:lnTo>
                    <a:pt x="271" y="903"/>
                  </a:lnTo>
                  <a:lnTo>
                    <a:pt x="274" y="903"/>
                  </a:lnTo>
                  <a:lnTo>
                    <a:pt x="277" y="902"/>
                  </a:lnTo>
                  <a:lnTo>
                    <a:pt x="279" y="901"/>
                  </a:lnTo>
                  <a:lnTo>
                    <a:pt x="281" y="899"/>
                  </a:lnTo>
                  <a:lnTo>
                    <a:pt x="452" y="728"/>
                  </a:lnTo>
                  <a:lnTo>
                    <a:pt x="621" y="899"/>
                  </a:lnTo>
                  <a:lnTo>
                    <a:pt x="623" y="901"/>
                  </a:lnTo>
                  <a:lnTo>
                    <a:pt x="627" y="902"/>
                  </a:lnTo>
                  <a:lnTo>
                    <a:pt x="629" y="903"/>
                  </a:lnTo>
                  <a:lnTo>
                    <a:pt x="632" y="903"/>
                  </a:lnTo>
                  <a:lnTo>
                    <a:pt x="635" y="903"/>
                  </a:lnTo>
                  <a:lnTo>
                    <a:pt x="637" y="902"/>
                  </a:lnTo>
                  <a:lnTo>
                    <a:pt x="641" y="901"/>
                  </a:lnTo>
                  <a:lnTo>
                    <a:pt x="643" y="899"/>
                  </a:lnTo>
                  <a:lnTo>
                    <a:pt x="645" y="897"/>
                  </a:lnTo>
                  <a:lnTo>
                    <a:pt x="646" y="893"/>
                  </a:lnTo>
                  <a:lnTo>
                    <a:pt x="647" y="891"/>
                  </a:lnTo>
                  <a:lnTo>
                    <a:pt x="647" y="888"/>
                  </a:lnTo>
                  <a:lnTo>
                    <a:pt x="647" y="885"/>
                  </a:lnTo>
                  <a:lnTo>
                    <a:pt x="646" y="883"/>
                  </a:lnTo>
                  <a:lnTo>
                    <a:pt x="645" y="879"/>
                  </a:lnTo>
                  <a:lnTo>
                    <a:pt x="643" y="877"/>
                  </a:lnTo>
                  <a:lnTo>
                    <a:pt x="467" y="701"/>
                  </a:lnTo>
                  <a:lnTo>
                    <a:pt x="467" y="602"/>
                  </a:lnTo>
                  <a:lnTo>
                    <a:pt x="888" y="602"/>
                  </a:lnTo>
                  <a:lnTo>
                    <a:pt x="892" y="602"/>
                  </a:lnTo>
                  <a:lnTo>
                    <a:pt x="894" y="601"/>
                  </a:lnTo>
                  <a:lnTo>
                    <a:pt x="897" y="599"/>
                  </a:lnTo>
                  <a:lnTo>
                    <a:pt x="899" y="597"/>
                  </a:lnTo>
                  <a:lnTo>
                    <a:pt x="900" y="595"/>
                  </a:lnTo>
                  <a:lnTo>
                    <a:pt x="902" y="593"/>
                  </a:lnTo>
                  <a:lnTo>
                    <a:pt x="902" y="590"/>
                  </a:lnTo>
                  <a:lnTo>
                    <a:pt x="903" y="587"/>
                  </a:lnTo>
                  <a:lnTo>
                    <a:pt x="903" y="15"/>
                  </a:lnTo>
                  <a:lnTo>
                    <a:pt x="902" y="12"/>
                  </a:lnTo>
                  <a:lnTo>
                    <a:pt x="902" y="8"/>
                  </a:lnTo>
                  <a:lnTo>
                    <a:pt x="900" y="6"/>
                  </a:lnTo>
                  <a:lnTo>
                    <a:pt x="899" y="4"/>
                  </a:lnTo>
                  <a:lnTo>
                    <a:pt x="897" y="2"/>
                  </a:lnTo>
                  <a:lnTo>
                    <a:pt x="894" y="1"/>
                  </a:lnTo>
                  <a:lnTo>
                    <a:pt x="892" y="0"/>
                  </a:lnTo>
                  <a:lnTo>
                    <a:pt x="888"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rtlCol="0" anchor="t" anchorCtr="0" compatLnSpc="1">
              <a:prstTxWarp prst="textNoShape">
                <a:avLst/>
              </a:prstTxWarp>
            </a:bodyPr>
            <a:lstStyle/>
            <a:p>
              <a:pPr rtl="0"/>
              <a:endParaRPr lang="it-IT" dirty="0"/>
            </a:p>
          </p:txBody>
        </p:sp>
        <p:sp>
          <p:nvSpPr>
            <p:cNvPr id="9" name="Figura a mano libera 566">
              <a:extLst>
                <a:ext uri="{FF2B5EF4-FFF2-40B4-BE49-F238E27FC236}">
                  <a16:creationId xmlns:a16="http://schemas.microsoft.com/office/drawing/2014/main" id="{B7B50F87-A3AA-4FB6-9692-24BF5512FC5B}"/>
                </a:ext>
              </a:extLst>
            </p:cNvPr>
            <p:cNvSpPr>
              <a:spLocks/>
            </p:cNvSpPr>
            <p:nvPr/>
          </p:nvSpPr>
          <p:spPr bwMode="auto">
            <a:xfrm>
              <a:off x="2054225" y="4843463"/>
              <a:ext cx="200025" cy="73025"/>
            </a:xfrm>
            <a:custGeom>
              <a:avLst/>
              <a:gdLst>
                <a:gd name="T0" fmla="*/ 151 w 632"/>
                <a:gd name="T1" fmla="*/ 151 h 226"/>
                <a:gd name="T2" fmla="*/ 157 w 632"/>
                <a:gd name="T3" fmla="*/ 149 h 226"/>
                <a:gd name="T4" fmla="*/ 161 w 632"/>
                <a:gd name="T5" fmla="*/ 146 h 226"/>
                <a:gd name="T6" fmla="*/ 288 w 632"/>
                <a:gd name="T7" fmla="*/ 217 h 226"/>
                <a:gd name="T8" fmla="*/ 292 w 632"/>
                <a:gd name="T9" fmla="*/ 223 h 226"/>
                <a:gd name="T10" fmla="*/ 299 w 632"/>
                <a:gd name="T11" fmla="*/ 226 h 226"/>
                <a:gd name="T12" fmla="*/ 302 w 632"/>
                <a:gd name="T13" fmla="*/ 226 h 226"/>
                <a:gd name="T14" fmla="*/ 307 w 632"/>
                <a:gd name="T15" fmla="*/ 225 h 226"/>
                <a:gd name="T16" fmla="*/ 313 w 632"/>
                <a:gd name="T17" fmla="*/ 222 h 226"/>
                <a:gd name="T18" fmla="*/ 471 w 632"/>
                <a:gd name="T19" fmla="*/ 191 h 226"/>
                <a:gd name="T20" fmla="*/ 477 w 632"/>
                <a:gd name="T21" fmla="*/ 195 h 226"/>
                <a:gd name="T22" fmla="*/ 483 w 632"/>
                <a:gd name="T23" fmla="*/ 196 h 226"/>
                <a:gd name="T24" fmla="*/ 488 w 632"/>
                <a:gd name="T25" fmla="*/ 194 h 226"/>
                <a:gd name="T26" fmla="*/ 494 w 632"/>
                <a:gd name="T27" fmla="*/ 191 h 226"/>
                <a:gd name="T28" fmla="*/ 631 w 632"/>
                <a:gd name="T29" fmla="*/ 23 h 226"/>
                <a:gd name="T30" fmla="*/ 632 w 632"/>
                <a:gd name="T31" fmla="*/ 16 h 226"/>
                <a:gd name="T32" fmla="*/ 632 w 632"/>
                <a:gd name="T33" fmla="*/ 11 h 226"/>
                <a:gd name="T34" fmla="*/ 629 w 632"/>
                <a:gd name="T35" fmla="*/ 5 h 226"/>
                <a:gd name="T36" fmla="*/ 625 w 632"/>
                <a:gd name="T37" fmla="*/ 2 h 226"/>
                <a:gd name="T38" fmla="*/ 619 w 632"/>
                <a:gd name="T39" fmla="*/ 0 h 226"/>
                <a:gd name="T40" fmla="*/ 613 w 632"/>
                <a:gd name="T41" fmla="*/ 1 h 226"/>
                <a:gd name="T42" fmla="*/ 607 w 632"/>
                <a:gd name="T43" fmla="*/ 3 h 226"/>
                <a:gd name="T44" fmla="*/ 481 w 632"/>
                <a:gd name="T45" fmla="*/ 159 h 226"/>
                <a:gd name="T46" fmla="*/ 415 w 632"/>
                <a:gd name="T47" fmla="*/ 93 h 226"/>
                <a:gd name="T48" fmla="*/ 409 w 632"/>
                <a:gd name="T49" fmla="*/ 91 h 226"/>
                <a:gd name="T50" fmla="*/ 404 w 632"/>
                <a:gd name="T51" fmla="*/ 91 h 226"/>
                <a:gd name="T52" fmla="*/ 398 w 632"/>
                <a:gd name="T53" fmla="*/ 93 h 226"/>
                <a:gd name="T54" fmla="*/ 307 w 632"/>
                <a:gd name="T55" fmla="*/ 185 h 226"/>
                <a:gd name="T56" fmla="*/ 247 w 632"/>
                <a:gd name="T57" fmla="*/ 39 h 226"/>
                <a:gd name="T58" fmla="*/ 242 w 632"/>
                <a:gd name="T59" fmla="*/ 34 h 226"/>
                <a:gd name="T60" fmla="*/ 234 w 632"/>
                <a:gd name="T61" fmla="*/ 33 h 226"/>
                <a:gd name="T62" fmla="*/ 227 w 632"/>
                <a:gd name="T63" fmla="*/ 35 h 226"/>
                <a:gd name="T64" fmla="*/ 144 w 632"/>
                <a:gd name="T65" fmla="*/ 121 h 226"/>
                <a:gd name="T66" fmla="*/ 12 w 632"/>
                <a:gd name="T67" fmla="*/ 121 h 226"/>
                <a:gd name="T68" fmla="*/ 7 w 632"/>
                <a:gd name="T69" fmla="*/ 123 h 226"/>
                <a:gd name="T70" fmla="*/ 3 w 632"/>
                <a:gd name="T71" fmla="*/ 128 h 226"/>
                <a:gd name="T72" fmla="*/ 0 w 632"/>
                <a:gd name="T73" fmla="*/ 133 h 226"/>
                <a:gd name="T74" fmla="*/ 0 w 632"/>
                <a:gd name="T75" fmla="*/ 138 h 226"/>
                <a:gd name="T76" fmla="*/ 3 w 632"/>
                <a:gd name="T77" fmla="*/ 144 h 226"/>
                <a:gd name="T78" fmla="*/ 7 w 632"/>
                <a:gd name="T79" fmla="*/ 148 h 226"/>
                <a:gd name="T80" fmla="*/ 12 w 632"/>
                <a:gd name="T81" fmla="*/ 150 h 226"/>
                <a:gd name="T82" fmla="*/ 15 w 632"/>
                <a:gd name="T83" fmla="*/ 151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32" h="226">
                  <a:moveTo>
                    <a:pt x="15" y="151"/>
                  </a:moveTo>
                  <a:lnTo>
                    <a:pt x="151" y="151"/>
                  </a:lnTo>
                  <a:lnTo>
                    <a:pt x="154" y="150"/>
                  </a:lnTo>
                  <a:lnTo>
                    <a:pt x="157" y="149"/>
                  </a:lnTo>
                  <a:lnTo>
                    <a:pt x="159" y="148"/>
                  </a:lnTo>
                  <a:lnTo>
                    <a:pt x="161" y="146"/>
                  </a:lnTo>
                  <a:lnTo>
                    <a:pt x="230" y="75"/>
                  </a:lnTo>
                  <a:lnTo>
                    <a:pt x="288" y="217"/>
                  </a:lnTo>
                  <a:lnTo>
                    <a:pt x="289" y="220"/>
                  </a:lnTo>
                  <a:lnTo>
                    <a:pt x="292" y="223"/>
                  </a:lnTo>
                  <a:lnTo>
                    <a:pt x="294" y="224"/>
                  </a:lnTo>
                  <a:lnTo>
                    <a:pt x="299" y="226"/>
                  </a:lnTo>
                  <a:lnTo>
                    <a:pt x="300" y="226"/>
                  </a:lnTo>
                  <a:lnTo>
                    <a:pt x="302" y="226"/>
                  </a:lnTo>
                  <a:lnTo>
                    <a:pt x="304" y="226"/>
                  </a:lnTo>
                  <a:lnTo>
                    <a:pt x="307" y="225"/>
                  </a:lnTo>
                  <a:lnTo>
                    <a:pt x="309" y="223"/>
                  </a:lnTo>
                  <a:lnTo>
                    <a:pt x="313" y="222"/>
                  </a:lnTo>
                  <a:lnTo>
                    <a:pt x="407" y="127"/>
                  </a:lnTo>
                  <a:lnTo>
                    <a:pt x="471" y="191"/>
                  </a:lnTo>
                  <a:lnTo>
                    <a:pt x="473" y="193"/>
                  </a:lnTo>
                  <a:lnTo>
                    <a:pt x="477" y="195"/>
                  </a:lnTo>
                  <a:lnTo>
                    <a:pt x="480" y="196"/>
                  </a:lnTo>
                  <a:lnTo>
                    <a:pt x="483" y="196"/>
                  </a:lnTo>
                  <a:lnTo>
                    <a:pt x="486" y="195"/>
                  </a:lnTo>
                  <a:lnTo>
                    <a:pt x="488" y="194"/>
                  </a:lnTo>
                  <a:lnTo>
                    <a:pt x="492" y="193"/>
                  </a:lnTo>
                  <a:lnTo>
                    <a:pt x="494" y="191"/>
                  </a:lnTo>
                  <a:lnTo>
                    <a:pt x="629" y="25"/>
                  </a:lnTo>
                  <a:lnTo>
                    <a:pt x="631" y="23"/>
                  </a:lnTo>
                  <a:lnTo>
                    <a:pt x="632" y="19"/>
                  </a:lnTo>
                  <a:lnTo>
                    <a:pt x="632" y="16"/>
                  </a:lnTo>
                  <a:lnTo>
                    <a:pt x="632" y="14"/>
                  </a:lnTo>
                  <a:lnTo>
                    <a:pt x="632" y="11"/>
                  </a:lnTo>
                  <a:lnTo>
                    <a:pt x="631" y="9"/>
                  </a:lnTo>
                  <a:lnTo>
                    <a:pt x="629" y="5"/>
                  </a:lnTo>
                  <a:lnTo>
                    <a:pt x="627" y="3"/>
                  </a:lnTo>
                  <a:lnTo>
                    <a:pt x="625" y="2"/>
                  </a:lnTo>
                  <a:lnTo>
                    <a:pt x="621" y="1"/>
                  </a:lnTo>
                  <a:lnTo>
                    <a:pt x="619" y="0"/>
                  </a:lnTo>
                  <a:lnTo>
                    <a:pt x="616" y="0"/>
                  </a:lnTo>
                  <a:lnTo>
                    <a:pt x="613" y="1"/>
                  </a:lnTo>
                  <a:lnTo>
                    <a:pt x="611" y="2"/>
                  </a:lnTo>
                  <a:lnTo>
                    <a:pt x="607" y="3"/>
                  </a:lnTo>
                  <a:lnTo>
                    <a:pt x="605" y="5"/>
                  </a:lnTo>
                  <a:lnTo>
                    <a:pt x="481" y="159"/>
                  </a:lnTo>
                  <a:lnTo>
                    <a:pt x="418" y="95"/>
                  </a:lnTo>
                  <a:lnTo>
                    <a:pt x="415" y="93"/>
                  </a:lnTo>
                  <a:lnTo>
                    <a:pt x="412" y="91"/>
                  </a:lnTo>
                  <a:lnTo>
                    <a:pt x="409" y="91"/>
                  </a:lnTo>
                  <a:lnTo>
                    <a:pt x="407" y="90"/>
                  </a:lnTo>
                  <a:lnTo>
                    <a:pt x="404" y="91"/>
                  </a:lnTo>
                  <a:lnTo>
                    <a:pt x="400" y="91"/>
                  </a:lnTo>
                  <a:lnTo>
                    <a:pt x="398" y="93"/>
                  </a:lnTo>
                  <a:lnTo>
                    <a:pt x="396" y="95"/>
                  </a:lnTo>
                  <a:lnTo>
                    <a:pt x="307" y="185"/>
                  </a:lnTo>
                  <a:lnTo>
                    <a:pt x="249" y="42"/>
                  </a:lnTo>
                  <a:lnTo>
                    <a:pt x="247" y="39"/>
                  </a:lnTo>
                  <a:lnTo>
                    <a:pt x="244" y="36"/>
                  </a:lnTo>
                  <a:lnTo>
                    <a:pt x="242" y="34"/>
                  </a:lnTo>
                  <a:lnTo>
                    <a:pt x="237" y="33"/>
                  </a:lnTo>
                  <a:lnTo>
                    <a:pt x="234" y="33"/>
                  </a:lnTo>
                  <a:lnTo>
                    <a:pt x="230" y="33"/>
                  </a:lnTo>
                  <a:lnTo>
                    <a:pt x="227" y="35"/>
                  </a:lnTo>
                  <a:lnTo>
                    <a:pt x="224" y="38"/>
                  </a:lnTo>
                  <a:lnTo>
                    <a:pt x="144" y="121"/>
                  </a:lnTo>
                  <a:lnTo>
                    <a:pt x="15" y="121"/>
                  </a:lnTo>
                  <a:lnTo>
                    <a:pt x="12" y="121"/>
                  </a:lnTo>
                  <a:lnTo>
                    <a:pt x="9" y="122"/>
                  </a:lnTo>
                  <a:lnTo>
                    <a:pt x="7" y="123"/>
                  </a:lnTo>
                  <a:lnTo>
                    <a:pt x="5" y="126"/>
                  </a:lnTo>
                  <a:lnTo>
                    <a:pt x="3" y="128"/>
                  </a:lnTo>
                  <a:lnTo>
                    <a:pt x="2" y="130"/>
                  </a:lnTo>
                  <a:lnTo>
                    <a:pt x="0" y="133"/>
                  </a:lnTo>
                  <a:lnTo>
                    <a:pt x="0" y="136"/>
                  </a:lnTo>
                  <a:lnTo>
                    <a:pt x="0" y="138"/>
                  </a:lnTo>
                  <a:lnTo>
                    <a:pt x="2" y="142"/>
                  </a:lnTo>
                  <a:lnTo>
                    <a:pt x="3" y="144"/>
                  </a:lnTo>
                  <a:lnTo>
                    <a:pt x="5" y="146"/>
                  </a:lnTo>
                  <a:lnTo>
                    <a:pt x="7" y="148"/>
                  </a:lnTo>
                  <a:lnTo>
                    <a:pt x="9" y="150"/>
                  </a:lnTo>
                  <a:lnTo>
                    <a:pt x="12" y="150"/>
                  </a:lnTo>
                  <a:lnTo>
                    <a:pt x="15" y="151"/>
                  </a:lnTo>
                  <a:lnTo>
                    <a:pt x="15" y="15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rtlCol="0" anchor="t" anchorCtr="0" compatLnSpc="1">
              <a:prstTxWarp prst="textNoShape">
                <a:avLst/>
              </a:prstTxWarp>
            </a:bodyPr>
            <a:lstStyle/>
            <a:p>
              <a:pPr rtl="0"/>
              <a:endParaRPr lang="it-IT" dirty="0"/>
            </a:p>
          </p:txBody>
        </p:sp>
      </p:grpSp>
      <p:sp>
        <p:nvSpPr>
          <p:cNvPr id="11" name="CasellaDiTesto 10">
            <a:extLst>
              <a:ext uri="{FF2B5EF4-FFF2-40B4-BE49-F238E27FC236}">
                <a16:creationId xmlns:a16="http://schemas.microsoft.com/office/drawing/2014/main" id="{CA304A53-B83A-06DD-C3FD-A3DDB1163B2E}"/>
              </a:ext>
            </a:extLst>
          </p:cNvPr>
          <p:cNvSpPr txBox="1"/>
          <p:nvPr/>
        </p:nvSpPr>
        <p:spPr>
          <a:xfrm>
            <a:off x="88041" y="5790753"/>
            <a:ext cx="6094562" cy="369332"/>
          </a:xfrm>
          <a:prstGeom prst="rect">
            <a:avLst/>
          </a:prstGeom>
          <a:noFill/>
        </p:spPr>
        <p:txBody>
          <a:bodyPr wrap="square">
            <a:spAutoFit/>
          </a:bodyPr>
          <a:lstStyle/>
          <a:p>
            <a:r>
              <a:rPr lang="it-IT" sz="1800" b="1" dirty="0">
                <a:solidFill>
                  <a:schemeClr val="bg1"/>
                </a:solidFill>
              </a:rPr>
              <a:t>Raffaele Carillo</a:t>
            </a:r>
            <a:endParaRPr lang="it-IT" dirty="0"/>
          </a:p>
        </p:txBody>
      </p:sp>
    </p:spTree>
    <p:extLst>
      <p:ext uri="{BB962C8B-B14F-4D97-AF65-F5344CB8AC3E}">
        <p14:creationId xmlns:p14="http://schemas.microsoft.com/office/powerpoint/2010/main" val="238784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hidden="1">
            <a:extLst>
              <a:ext uri="{FF2B5EF4-FFF2-40B4-BE49-F238E27FC236}">
                <a16:creationId xmlns:a16="http://schemas.microsoft.com/office/drawing/2014/main" id="{B5981CF1-BC08-49F8-B0F9-AAF98EC67450}"/>
              </a:ext>
            </a:extLst>
          </p:cNvPr>
          <p:cNvSpPr>
            <a:spLocks noGrp="1"/>
          </p:cNvSpPr>
          <p:nvPr>
            <p:ph type="title" idx="4294967295"/>
          </p:nvPr>
        </p:nvSpPr>
        <p:spPr>
          <a:xfrm>
            <a:off x="0" y="365125"/>
            <a:ext cx="10515600" cy="1325563"/>
          </a:xfrm>
        </p:spPr>
        <p:txBody>
          <a:bodyPr rtlCol="0"/>
          <a:lstStyle/>
          <a:p>
            <a:r>
              <a:rPr lang="it-IT" dirty="0"/>
              <a:t>Analisi progetto diapositiva 2</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Premessa</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CasellaDiTesto 1">
            <a:extLst>
              <a:ext uri="{FF2B5EF4-FFF2-40B4-BE49-F238E27FC236}">
                <a16:creationId xmlns:a16="http://schemas.microsoft.com/office/drawing/2014/main" id="{4AAE0E9A-FA8F-9C49-C74F-74D1A6656F41}"/>
              </a:ext>
            </a:extLst>
          </p:cNvPr>
          <p:cNvSpPr txBox="1"/>
          <p:nvPr/>
        </p:nvSpPr>
        <p:spPr>
          <a:xfrm>
            <a:off x="163902" y="862642"/>
            <a:ext cx="11734800" cy="4247317"/>
          </a:xfrm>
          <a:prstGeom prst="rect">
            <a:avLst/>
          </a:prstGeom>
          <a:noFill/>
        </p:spPr>
        <p:txBody>
          <a:bodyPr wrap="square" rtlCol="0">
            <a:spAutoFit/>
          </a:bodyPr>
          <a:lstStyle/>
          <a:p>
            <a:r>
              <a:rPr lang="it-IT" dirty="0"/>
              <a:t>I dispositivi wireless sono una categoria di oggetti di elettronica di consumo estremamente ricercata oggi. Alcuni esempi di tali dispositivi sono cuffie e speaker wireless, mouse, tastiere, smartwatch e svariati dispositivi IoT.</a:t>
            </a:r>
          </a:p>
          <a:p>
            <a:endParaRPr lang="it-IT" dirty="0"/>
          </a:p>
          <a:p>
            <a:r>
              <a:rPr lang="it-IT" dirty="0"/>
              <a:t>Oltre che nell’elettronica di consumo l’utilizzo della tecnologia wireless è di fondamentale importanza anche in ambiti negli ambiti industriali nei quali bisogna controllare a distanza dei macchinari e l’utilizzo di cavi può risultare problematico.</a:t>
            </a:r>
          </a:p>
          <a:p>
            <a:endParaRPr lang="it-IT" dirty="0"/>
          </a:p>
          <a:p>
            <a:r>
              <a:rPr lang="it-IT" dirty="0"/>
              <a:t>La progettazione di questi dispositivi è diventata di importanza fondamentale e assume un ruolo sempre più importante grazie al miglioramento delle capacità elaborative dei dispositivi unita alla riduzione dei consumi e al miglioramento di altre tecnologie come quelle delle batterie.</a:t>
            </a:r>
          </a:p>
          <a:p>
            <a:endParaRPr lang="it-IT" dirty="0"/>
          </a:p>
          <a:p>
            <a:endParaRPr lang="it-IT" dirty="0"/>
          </a:p>
          <a:p>
            <a:r>
              <a:rPr lang="it-IT" dirty="0"/>
              <a:t>In questo progetto viene sviluppato un </a:t>
            </a:r>
            <a:r>
              <a:rPr lang="it-IT" dirty="0" err="1"/>
              <a:t>early-prototype</a:t>
            </a:r>
            <a:r>
              <a:rPr lang="it-IT" dirty="0"/>
              <a:t> di un dispositivo di puntamento Bluetooth (IEEE 802.15.1) unendo varie tecnologie e strumenti. Verranno fatte anche alcune considerazioni tecniche/economiche che hanno portato alla scelta e all’utilizzo di certi componenti.</a:t>
            </a:r>
          </a:p>
        </p:txBody>
      </p:sp>
    </p:spTree>
    <p:extLst>
      <p:ext uri="{BB962C8B-B14F-4D97-AF65-F5344CB8AC3E}">
        <p14:creationId xmlns:p14="http://schemas.microsoft.com/office/powerpoint/2010/main" val="32997151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hidden="1">
            <a:extLst>
              <a:ext uri="{FF2B5EF4-FFF2-40B4-BE49-F238E27FC236}">
                <a16:creationId xmlns:a16="http://schemas.microsoft.com/office/drawing/2014/main" id="{B5981CF1-BC08-49F8-B0F9-AAF98EC67450}"/>
              </a:ext>
            </a:extLst>
          </p:cNvPr>
          <p:cNvSpPr>
            <a:spLocks noGrp="1"/>
          </p:cNvSpPr>
          <p:nvPr>
            <p:ph type="title" idx="4294967295"/>
          </p:nvPr>
        </p:nvSpPr>
        <p:spPr>
          <a:xfrm>
            <a:off x="0" y="365125"/>
            <a:ext cx="10515600" cy="1325563"/>
          </a:xfrm>
        </p:spPr>
        <p:txBody>
          <a:bodyPr rtlCol="0"/>
          <a:lstStyle/>
          <a:p>
            <a:r>
              <a:rPr lang="it-IT" dirty="0"/>
              <a:t>Analisi progetto diapositiva 2</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276999"/>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000" b="1" dirty="0">
                <a:solidFill>
                  <a:schemeClr val="tx1">
                    <a:lumMod val="75000"/>
                    <a:lumOff val="25000"/>
                  </a:schemeClr>
                </a:solidFill>
              </a:rPr>
              <a:t>Idea iniziale e ispirazione</a:t>
            </a:r>
            <a:endParaRPr lang="it-IT" sz="20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3" name="CasellaDiTesto 2">
            <a:extLst>
              <a:ext uri="{FF2B5EF4-FFF2-40B4-BE49-F238E27FC236}">
                <a16:creationId xmlns:a16="http://schemas.microsoft.com/office/drawing/2014/main" id="{8A8B2BBE-37BE-A06C-88A3-EEDF5C306DAA}"/>
              </a:ext>
            </a:extLst>
          </p:cNvPr>
          <p:cNvSpPr txBox="1"/>
          <p:nvPr/>
        </p:nvSpPr>
        <p:spPr>
          <a:xfrm>
            <a:off x="94891" y="690113"/>
            <a:ext cx="12097109" cy="923330"/>
          </a:xfrm>
          <a:prstGeom prst="rect">
            <a:avLst/>
          </a:prstGeom>
          <a:noFill/>
        </p:spPr>
        <p:txBody>
          <a:bodyPr wrap="square" rtlCol="0">
            <a:spAutoFit/>
          </a:bodyPr>
          <a:lstStyle/>
          <a:p>
            <a:r>
              <a:rPr lang="it-IT" dirty="0"/>
              <a:t>L’idea iniziale è stata quella di collegare il telecomando della console Wii (noto come </a:t>
            </a:r>
            <a:r>
              <a:rPr lang="it-IT" dirty="0" err="1"/>
              <a:t>Wiimote</a:t>
            </a:r>
            <a:r>
              <a:rPr lang="it-IT" dirty="0"/>
              <a:t>) e utilizzarne le rilevazioni basate sugli infrarossi per visualizzare un puntatore su un display collegato alla scheda STM32. Quest’idea iniziale presentava alcuni punti positivi e negativi.</a:t>
            </a:r>
          </a:p>
        </p:txBody>
      </p:sp>
      <p:sp>
        <p:nvSpPr>
          <p:cNvPr id="9" name="Rettangolo: Angoli arrotondati 1">
            <a:extLst>
              <a:ext uri="{FF2B5EF4-FFF2-40B4-BE49-F238E27FC236}">
                <a16:creationId xmlns:a16="http://schemas.microsoft.com/office/drawing/2014/main" id="{2E9BE2A7-9DC2-ECBD-1210-46656E5613B3}"/>
              </a:ext>
            </a:extLst>
          </p:cNvPr>
          <p:cNvSpPr/>
          <p:nvPr/>
        </p:nvSpPr>
        <p:spPr>
          <a:xfrm>
            <a:off x="1031679" y="1836057"/>
            <a:ext cx="4967514" cy="664797"/>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it-IT" b="1" dirty="0">
                <a:latin typeface="+mj-lt"/>
              </a:rPr>
              <a:t>POSITIVI</a:t>
            </a:r>
          </a:p>
        </p:txBody>
      </p:sp>
      <p:sp>
        <p:nvSpPr>
          <p:cNvPr id="10" name="Rettangolo: Angoli arrotondati 25">
            <a:extLst>
              <a:ext uri="{FF2B5EF4-FFF2-40B4-BE49-F238E27FC236}">
                <a16:creationId xmlns:a16="http://schemas.microsoft.com/office/drawing/2014/main" id="{ADD219E6-7889-126F-818F-D0848480B46F}"/>
              </a:ext>
            </a:extLst>
          </p:cNvPr>
          <p:cNvSpPr/>
          <p:nvPr/>
        </p:nvSpPr>
        <p:spPr>
          <a:xfrm>
            <a:off x="6115309" y="1836057"/>
            <a:ext cx="4967514" cy="664797"/>
          </a:xfrm>
          <a:prstGeom prst="round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it-IT" b="1" dirty="0">
                <a:latin typeface="+mj-lt"/>
              </a:rPr>
              <a:t>NEGATIVI</a:t>
            </a:r>
          </a:p>
        </p:txBody>
      </p:sp>
      <p:sp>
        <p:nvSpPr>
          <p:cNvPr id="17" name="Rettangolo 16">
            <a:extLst>
              <a:ext uri="{FF2B5EF4-FFF2-40B4-BE49-F238E27FC236}">
                <a16:creationId xmlns:a16="http://schemas.microsoft.com/office/drawing/2014/main" id="{7D766132-3B50-4C85-36A7-561276392A72}"/>
              </a:ext>
            </a:extLst>
          </p:cNvPr>
          <p:cNvSpPr/>
          <p:nvPr/>
        </p:nvSpPr>
        <p:spPr>
          <a:xfrm>
            <a:off x="1433992" y="3497554"/>
            <a:ext cx="4162870" cy="1661993"/>
          </a:xfrm>
          <a:prstGeom prst="rect">
            <a:avLst/>
          </a:prstGeom>
        </p:spPr>
        <p:txBody>
          <a:bodyPr wrap="square" lIns="0" tIns="0" rIns="0" bIns="0" rtlCol="0" anchor="t">
            <a:spAutoFit/>
          </a:bodyPr>
          <a:lstStyle/>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Il </a:t>
            </a:r>
            <a:r>
              <a:rPr lang="it-IT" sz="1400" dirty="0" err="1">
                <a:solidFill>
                  <a:schemeClr val="tx1">
                    <a:lumMod val="75000"/>
                    <a:lumOff val="25000"/>
                  </a:schemeClr>
                </a:solidFill>
                <a:cs typeface="Segoe UI" panose="020B0502040204020203" pitchFamily="34" charset="0"/>
              </a:rPr>
              <a:t>Wiimote</a:t>
            </a:r>
            <a:r>
              <a:rPr lang="it-IT" sz="1400" dirty="0">
                <a:solidFill>
                  <a:schemeClr val="tx1">
                    <a:lumMod val="75000"/>
                    <a:lumOff val="25000"/>
                  </a:schemeClr>
                </a:solidFill>
                <a:cs typeface="Segoe UI" panose="020B0502040204020203" pitchFamily="34" charset="0"/>
              </a:rPr>
              <a:t> essendo dotato di hardware dedicato è in grado di offrire una precisione del puntatore notevole nonché bassi consumi.</a:t>
            </a:r>
          </a:p>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Il </a:t>
            </a:r>
            <a:r>
              <a:rPr lang="it-IT" sz="1400" dirty="0" err="1">
                <a:solidFill>
                  <a:schemeClr val="tx1">
                    <a:lumMod val="75000"/>
                    <a:lumOff val="25000"/>
                  </a:schemeClr>
                </a:solidFill>
                <a:cs typeface="Segoe UI" panose="020B0502040204020203" pitchFamily="34" charset="0"/>
              </a:rPr>
              <a:t>Wiimote</a:t>
            </a:r>
            <a:r>
              <a:rPr lang="it-IT" sz="1400" dirty="0">
                <a:solidFill>
                  <a:schemeClr val="tx1">
                    <a:lumMod val="75000"/>
                    <a:lumOff val="25000"/>
                  </a:schemeClr>
                </a:solidFill>
                <a:cs typeface="Segoe UI" panose="020B0502040204020203" pitchFamily="34" charset="0"/>
              </a:rPr>
              <a:t> è in grado di proiettare un puntatore anche tenendo conto della prospettiva e non necessita un posizionamento perfettamente frontale dell’utilizzatore</a:t>
            </a:r>
          </a:p>
        </p:txBody>
      </p:sp>
      <p:sp>
        <p:nvSpPr>
          <p:cNvPr id="18" name="Rettangolo 17">
            <a:extLst>
              <a:ext uri="{FF2B5EF4-FFF2-40B4-BE49-F238E27FC236}">
                <a16:creationId xmlns:a16="http://schemas.microsoft.com/office/drawing/2014/main" id="{9933B92E-CC00-EA40-8378-678AC4C47845}"/>
              </a:ext>
            </a:extLst>
          </p:cNvPr>
          <p:cNvSpPr/>
          <p:nvPr/>
        </p:nvSpPr>
        <p:spPr>
          <a:xfrm>
            <a:off x="6517631" y="3489779"/>
            <a:ext cx="4162870" cy="1661993"/>
          </a:xfrm>
          <a:prstGeom prst="rect">
            <a:avLst/>
          </a:prstGeom>
        </p:spPr>
        <p:txBody>
          <a:bodyPr wrap="square" lIns="0" tIns="0" rIns="0" bIns="0" rtlCol="0" anchor="t">
            <a:spAutoFit/>
          </a:bodyPr>
          <a:lstStyle/>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L’utilizzo di questo profilo dello standard Bluetooth prevede l’utilizzo di driver complessi in congiunzione all’uso di sistemi operativi come FreeRTOS.</a:t>
            </a:r>
          </a:p>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In commercio le schede Bluetooth in grado di supportare il profilo HID sono molto costose. Gli adattatori compatibili con il budget e l’hardware a disposizione supportano il solo profilo seriale.</a:t>
            </a:r>
          </a:p>
        </p:txBody>
      </p:sp>
      <p:sp>
        <p:nvSpPr>
          <p:cNvPr id="21" name="Rettangolo 20">
            <a:extLst>
              <a:ext uri="{FF2B5EF4-FFF2-40B4-BE49-F238E27FC236}">
                <a16:creationId xmlns:a16="http://schemas.microsoft.com/office/drawing/2014/main" id="{5DD1E475-6D19-2560-200A-194A241B603A}"/>
              </a:ext>
            </a:extLst>
          </p:cNvPr>
          <p:cNvSpPr/>
          <p:nvPr/>
        </p:nvSpPr>
        <p:spPr>
          <a:xfrm>
            <a:off x="1433992" y="2686667"/>
            <a:ext cx="4162870" cy="246221"/>
          </a:xfrm>
          <a:prstGeom prst="rect">
            <a:avLst/>
          </a:prstGeom>
        </p:spPr>
        <p:txBody>
          <a:bodyPr wrap="square" lIns="0" tIns="0" rIns="0" bIns="0" rtlCol="0" anchor="t">
            <a:spAutoFit/>
          </a:bodyPr>
          <a:lstStyle/>
          <a:p>
            <a:pPr rtl="0"/>
            <a:r>
              <a:rPr lang="it-IT" sz="1600" b="1" dirty="0">
                <a:solidFill>
                  <a:schemeClr val="tx1">
                    <a:lumMod val="75000"/>
                    <a:lumOff val="25000"/>
                  </a:schemeClr>
                </a:solidFill>
                <a:cs typeface="Segoe UI" panose="020B0502040204020203" pitchFamily="34" charset="0"/>
              </a:rPr>
              <a:t>Precisione, qualità e prestazioni</a:t>
            </a:r>
          </a:p>
        </p:txBody>
      </p:sp>
      <p:sp>
        <p:nvSpPr>
          <p:cNvPr id="22" name="Rettangolo 21">
            <a:extLst>
              <a:ext uri="{FF2B5EF4-FFF2-40B4-BE49-F238E27FC236}">
                <a16:creationId xmlns:a16="http://schemas.microsoft.com/office/drawing/2014/main" id="{BE4D0D8E-8021-5A27-A06A-9844F4F4E979}"/>
              </a:ext>
            </a:extLst>
          </p:cNvPr>
          <p:cNvSpPr/>
          <p:nvPr/>
        </p:nvSpPr>
        <p:spPr>
          <a:xfrm>
            <a:off x="6517632" y="2686667"/>
            <a:ext cx="4162870" cy="492443"/>
          </a:xfrm>
          <a:prstGeom prst="rect">
            <a:avLst/>
          </a:prstGeom>
        </p:spPr>
        <p:txBody>
          <a:bodyPr wrap="square" lIns="0" tIns="0" rIns="0" bIns="0" rtlCol="0" anchor="t">
            <a:spAutoFit/>
          </a:bodyPr>
          <a:lstStyle/>
          <a:p>
            <a:pPr rtl="0"/>
            <a:r>
              <a:rPr lang="it-IT" sz="1600" b="1" dirty="0">
                <a:solidFill>
                  <a:schemeClr val="tx1">
                    <a:lumMod val="75000"/>
                    <a:lumOff val="25000"/>
                  </a:schemeClr>
                </a:solidFill>
                <a:cs typeface="Segoe UI" panose="020B0502040204020203" pitchFamily="34" charset="0"/>
              </a:rPr>
              <a:t>Profilo HID (Human Interface Device) dello standard Bluetooth</a:t>
            </a:r>
          </a:p>
        </p:txBody>
      </p:sp>
      <p:pic>
        <p:nvPicPr>
          <p:cNvPr id="1026" name="Picture 2" descr="Nintendo Wii U - Wii Remote Plus (Telecomando Plus), Nero : Amazon.it:  Videogiochi">
            <a:extLst>
              <a:ext uri="{FF2B5EF4-FFF2-40B4-BE49-F238E27FC236}">
                <a16:creationId xmlns:a16="http://schemas.microsoft.com/office/drawing/2014/main" id="{8319F1DB-30FF-A724-C00F-B3BE5C9EA9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200" y="5292955"/>
            <a:ext cx="1084074" cy="135677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icrosoft Apps">
            <a:extLst>
              <a:ext uri="{FF2B5EF4-FFF2-40B4-BE49-F238E27FC236}">
                <a16:creationId xmlns:a16="http://schemas.microsoft.com/office/drawing/2014/main" id="{D5AB1188-EE72-1223-896D-76C5E6FF6DB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20489" y="5537568"/>
            <a:ext cx="1792932" cy="86754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B2A7D182-6665-8BD8-39AC-0508CA5F699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5633" y="5371806"/>
            <a:ext cx="791332" cy="1199072"/>
          </a:xfrm>
          <a:prstGeom prst="rect">
            <a:avLst/>
          </a:prstGeom>
          <a:noFill/>
          <a:extLst>
            <a:ext uri="{909E8E84-426E-40DD-AFC4-6F175D3DCCD1}">
              <a14:hiddenFill xmlns:a14="http://schemas.microsoft.com/office/drawing/2010/main">
                <a:solidFill>
                  <a:srgbClr val="FFFFFF"/>
                </a:solidFill>
              </a14:hiddenFill>
            </a:ext>
          </a:extLst>
        </p:spPr>
      </p:pic>
      <p:sp>
        <p:nvSpPr>
          <p:cNvPr id="5" name="Freccia a destra 4">
            <a:extLst>
              <a:ext uri="{FF2B5EF4-FFF2-40B4-BE49-F238E27FC236}">
                <a16:creationId xmlns:a16="http://schemas.microsoft.com/office/drawing/2014/main" id="{5FB3D4DC-707B-BD07-253F-7DC7BC92C6A1}"/>
              </a:ext>
            </a:extLst>
          </p:cNvPr>
          <p:cNvSpPr/>
          <p:nvPr/>
        </p:nvSpPr>
        <p:spPr>
          <a:xfrm>
            <a:off x="2708554" y="5820956"/>
            <a:ext cx="1792932" cy="300772"/>
          </a:xfrm>
          <a:prstGeom prst="rightArrow">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Segno di moltiplicazione 5">
            <a:extLst>
              <a:ext uri="{FF2B5EF4-FFF2-40B4-BE49-F238E27FC236}">
                <a16:creationId xmlns:a16="http://schemas.microsoft.com/office/drawing/2014/main" id="{5FFEBF83-0048-3FE4-CA8B-05E51DEA6004}"/>
              </a:ext>
            </a:extLst>
          </p:cNvPr>
          <p:cNvSpPr/>
          <p:nvPr/>
        </p:nvSpPr>
        <p:spPr>
          <a:xfrm>
            <a:off x="3180601" y="5537568"/>
            <a:ext cx="848838" cy="867548"/>
          </a:xfrm>
          <a:prstGeom prst="mathMultiply">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6671512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hidden="1">
            <a:extLst>
              <a:ext uri="{FF2B5EF4-FFF2-40B4-BE49-F238E27FC236}">
                <a16:creationId xmlns:a16="http://schemas.microsoft.com/office/drawing/2014/main" id="{B5981CF1-BC08-49F8-B0F9-AAF98EC67450}"/>
              </a:ext>
            </a:extLst>
          </p:cNvPr>
          <p:cNvSpPr>
            <a:spLocks noGrp="1"/>
          </p:cNvSpPr>
          <p:nvPr>
            <p:ph type="title" idx="4294967295"/>
          </p:nvPr>
        </p:nvSpPr>
        <p:spPr>
          <a:xfrm>
            <a:off x="0" y="365125"/>
            <a:ext cx="10515600" cy="1325563"/>
          </a:xfrm>
        </p:spPr>
        <p:txBody>
          <a:bodyPr rtlCol="0"/>
          <a:lstStyle/>
          <a:p>
            <a:r>
              <a:rPr lang="it-IT" dirty="0"/>
              <a:t>Analisi progetto diapositiva 2</a:t>
            </a:r>
          </a:p>
        </p:txBody>
      </p:sp>
      <p:sp>
        <p:nvSpPr>
          <p:cNvPr id="3" name="CasellaDiTesto 2">
            <a:extLst>
              <a:ext uri="{FF2B5EF4-FFF2-40B4-BE49-F238E27FC236}">
                <a16:creationId xmlns:a16="http://schemas.microsoft.com/office/drawing/2014/main" id="{8A8B2BBE-37BE-A06C-88A3-EEDF5C306DAA}"/>
              </a:ext>
            </a:extLst>
          </p:cNvPr>
          <p:cNvSpPr txBox="1"/>
          <p:nvPr/>
        </p:nvSpPr>
        <p:spPr>
          <a:xfrm>
            <a:off x="47445" y="2844225"/>
            <a:ext cx="12097109" cy="830997"/>
          </a:xfrm>
          <a:prstGeom prst="rect">
            <a:avLst/>
          </a:prstGeom>
          <a:noFill/>
        </p:spPr>
        <p:txBody>
          <a:bodyPr wrap="square" rtlCol="0">
            <a:spAutoFit/>
          </a:bodyPr>
          <a:lstStyle/>
          <a:p>
            <a:pPr algn="ctr"/>
            <a:r>
              <a:rPr lang="it-IT" sz="3200" b="1" dirty="0">
                <a:solidFill>
                  <a:schemeClr val="accent4"/>
                </a:solidFill>
                <a:latin typeface="+mj-lt"/>
              </a:rPr>
              <a:t>Soluzione: ricreare il </a:t>
            </a:r>
            <a:r>
              <a:rPr lang="it-IT" sz="3200" b="1" dirty="0" err="1">
                <a:solidFill>
                  <a:schemeClr val="accent4"/>
                </a:solidFill>
                <a:latin typeface="+mj-lt"/>
              </a:rPr>
              <a:t>Wiimote</a:t>
            </a:r>
            <a:endParaRPr lang="it-IT" sz="3200" b="1" dirty="0">
              <a:solidFill>
                <a:schemeClr val="accent4"/>
              </a:solidFill>
              <a:latin typeface="+mj-lt"/>
            </a:endParaRPr>
          </a:p>
          <a:p>
            <a:pPr algn="ctr"/>
            <a:r>
              <a:rPr lang="it-IT" sz="1400" b="1" dirty="0">
                <a:solidFill>
                  <a:schemeClr val="accent4"/>
                </a:solidFill>
                <a:latin typeface="+mj-lt"/>
              </a:rPr>
              <a:t>(in parte…)</a:t>
            </a:r>
            <a:endParaRPr lang="it-IT" sz="1400" dirty="0">
              <a:solidFill>
                <a:schemeClr val="accent4"/>
              </a:solidFill>
              <a:latin typeface="+mj-lt"/>
            </a:endParaRPr>
          </a:p>
        </p:txBody>
      </p:sp>
    </p:spTree>
    <p:extLst>
      <p:ext uri="{BB962C8B-B14F-4D97-AF65-F5344CB8AC3E}">
        <p14:creationId xmlns:p14="http://schemas.microsoft.com/office/powerpoint/2010/main" val="3846823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Come funziona</a:t>
            </a:r>
            <a:br>
              <a:rPr lang="it-IT" sz="2800" dirty="0">
                <a:solidFill>
                  <a:schemeClr val="tx1">
                    <a:lumMod val="75000"/>
                    <a:lumOff val="25000"/>
                  </a:schemeClr>
                </a:solidFill>
              </a:rPr>
            </a:b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2050" name="Picture 2" descr="The sensor of the Wii remote. | Download Scientific Diagram">
            <a:extLst>
              <a:ext uri="{FF2B5EF4-FFF2-40B4-BE49-F238E27FC236}">
                <a16:creationId xmlns:a16="http://schemas.microsoft.com/office/drawing/2014/main" id="{F559AE84-FABF-D940-8B79-B9A2ED71DE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5498" y="1809750"/>
            <a:ext cx="2638425" cy="1619250"/>
          </a:xfrm>
          <a:prstGeom prst="rect">
            <a:avLst/>
          </a:prstGeom>
          <a:noFill/>
          <a:extLst>
            <a:ext uri="{909E8E84-426E-40DD-AFC4-6F175D3DCCD1}">
              <a14:hiddenFill xmlns:a14="http://schemas.microsoft.com/office/drawing/2010/main">
                <a:solidFill>
                  <a:srgbClr val="FFFFFF"/>
                </a:solidFill>
              </a14:hiddenFill>
            </a:ext>
          </a:extLst>
        </p:spPr>
      </p:pic>
      <p:sp>
        <p:nvSpPr>
          <p:cNvPr id="39" name="Rettangolo 38">
            <a:extLst>
              <a:ext uri="{FF2B5EF4-FFF2-40B4-BE49-F238E27FC236}">
                <a16:creationId xmlns:a16="http://schemas.microsoft.com/office/drawing/2014/main" id="{3672B12A-D792-5FF5-0F10-36601F354132}"/>
              </a:ext>
            </a:extLst>
          </p:cNvPr>
          <p:cNvSpPr/>
          <p:nvPr/>
        </p:nvSpPr>
        <p:spPr>
          <a:xfrm>
            <a:off x="3300820" y="966097"/>
            <a:ext cx="8155059" cy="3231654"/>
          </a:xfrm>
          <a:prstGeom prst="rect">
            <a:avLst/>
          </a:prstGeom>
        </p:spPr>
        <p:txBody>
          <a:bodyPr wrap="square" lIns="0" tIns="0" rIns="0" bIns="0" rtlCol="0" anchor="t">
            <a:spAutoFit/>
          </a:bodyPr>
          <a:lstStyle/>
          <a:p>
            <a:pPr rtl="0">
              <a:spcBef>
                <a:spcPts val="1200"/>
              </a:spcBef>
              <a:buClr>
                <a:schemeClr val="tx2"/>
              </a:buClr>
            </a:pPr>
            <a:r>
              <a:rPr lang="it-IT" sz="1400" dirty="0">
                <a:solidFill>
                  <a:schemeClr val="tx1">
                    <a:lumMod val="75000"/>
                    <a:lumOff val="25000"/>
                  </a:schemeClr>
                </a:solidFill>
                <a:cs typeface="Segoe UI" panose="020B0502040204020203" pitchFamily="34" charset="0"/>
              </a:rPr>
              <a:t>Il </a:t>
            </a:r>
            <a:r>
              <a:rPr lang="it-IT" sz="1400" dirty="0" err="1">
                <a:solidFill>
                  <a:schemeClr val="tx1">
                    <a:lumMod val="75000"/>
                    <a:lumOff val="25000"/>
                  </a:schemeClr>
                </a:solidFill>
                <a:cs typeface="Segoe UI" panose="020B0502040204020203" pitchFamily="34" charset="0"/>
              </a:rPr>
              <a:t>Wiimote</a:t>
            </a:r>
            <a:r>
              <a:rPr lang="it-IT" sz="1400" dirty="0">
                <a:solidFill>
                  <a:schemeClr val="tx1">
                    <a:lumMod val="75000"/>
                    <a:lumOff val="25000"/>
                  </a:schemeClr>
                </a:solidFill>
                <a:cs typeface="Segoe UI" panose="020B0502040204020203" pitchFamily="34" charset="0"/>
              </a:rPr>
              <a:t> è dotato di una suite di sensori e dispositivi tra i quali:</a:t>
            </a:r>
          </a:p>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Una fotocamera monocromatica a bassa risoluzione (128x96) posta dietro a un filtro infrarossi fissato all’housing del telecomando.</a:t>
            </a:r>
          </a:p>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Un accelerometro tridimensionale.</a:t>
            </a:r>
          </a:p>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Uno speaker.</a:t>
            </a:r>
          </a:p>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Un motore per la vibrazione.</a:t>
            </a:r>
          </a:p>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Alcuni pulsanti per le funzioni di gioco.</a:t>
            </a:r>
          </a:p>
          <a:p>
            <a:pPr marL="171450" indent="-171450" rtl="0">
              <a:spcBef>
                <a:spcPts val="1200"/>
              </a:spcBef>
              <a:buClr>
                <a:schemeClr val="tx2"/>
              </a:buClr>
              <a:buFont typeface="Segoe UI Light" panose="020B0502040204020203" pitchFamily="34" charset="0"/>
              <a:buChar char="›"/>
            </a:pPr>
            <a:r>
              <a:rPr lang="it-IT" sz="1400" dirty="0">
                <a:solidFill>
                  <a:schemeClr val="tx1">
                    <a:lumMod val="75000"/>
                    <a:lumOff val="25000"/>
                  </a:schemeClr>
                </a:solidFill>
                <a:cs typeface="Segoe UI" panose="020B0502040204020203" pitchFamily="34" charset="0"/>
              </a:rPr>
              <a:t>Connettività Bluetooth (IEEE 802.15.1).</a:t>
            </a:r>
          </a:p>
          <a:p>
            <a:pPr rtl="0">
              <a:spcBef>
                <a:spcPts val="1200"/>
              </a:spcBef>
              <a:buClr>
                <a:schemeClr val="tx2"/>
              </a:buClr>
            </a:pPr>
            <a:r>
              <a:rPr lang="it-IT" sz="1400" dirty="0">
                <a:solidFill>
                  <a:schemeClr val="tx1">
                    <a:lumMod val="75000"/>
                    <a:lumOff val="25000"/>
                  </a:schemeClr>
                </a:solidFill>
                <a:cs typeface="Segoe UI" panose="020B0502040204020203" pitchFamily="34" charset="0"/>
              </a:rPr>
              <a:t>Inoltre è presente un Image </a:t>
            </a:r>
            <a:r>
              <a:rPr lang="it-IT" sz="1400" dirty="0" err="1">
                <a:solidFill>
                  <a:schemeClr val="tx1">
                    <a:lumMod val="75000"/>
                    <a:lumOff val="25000"/>
                  </a:schemeClr>
                </a:solidFill>
                <a:cs typeface="Segoe UI" panose="020B0502040204020203" pitchFamily="34" charset="0"/>
              </a:rPr>
              <a:t>Signal</a:t>
            </a:r>
            <a:r>
              <a:rPr lang="it-IT" sz="1400" dirty="0">
                <a:solidFill>
                  <a:schemeClr val="tx1">
                    <a:lumMod val="75000"/>
                    <a:lumOff val="25000"/>
                  </a:schemeClr>
                </a:solidFill>
                <a:cs typeface="Segoe UI" panose="020B0502040204020203" pitchFamily="34" charset="0"/>
              </a:rPr>
              <a:t> Processor (ISP) che utilizza le rivelazione della fotocamera per ricavare la posizione del puntatore.</a:t>
            </a:r>
          </a:p>
        </p:txBody>
      </p:sp>
      <p:pic>
        <p:nvPicPr>
          <p:cNvPr id="2052" name="Picture 4">
            <a:extLst>
              <a:ext uri="{FF2B5EF4-FFF2-40B4-BE49-F238E27FC236}">
                <a16:creationId xmlns:a16="http://schemas.microsoft.com/office/drawing/2014/main" id="{1D88FC13-38E4-8206-6C86-43F23B862C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10800000" flipV="1">
            <a:off x="7123981" y="4595244"/>
            <a:ext cx="4839419" cy="837446"/>
          </a:xfrm>
          <a:prstGeom prst="rect">
            <a:avLst/>
          </a:prstGeom>
          <a:noFill/>
          <a:extLst>
            <a:ext uri="{909E8E84-426E-40DD-AFC4-6F175D3DCCD1}">
              <a14:hiddenFill xmlns:a14="http://schemas.microsoft.com/office/drawing/2010/main">
                <a:solidFill>
                  <a:srgbClr val="FFFFFF"/>
                </a:solidFill>
              </a14:hiddenFill>
            </a:ext>
          </a:extLst>
        </p:spPr>
      </p:pic>
      <p:sp>
        <p:nvSpPr>
          <p:cNvPr id="41" name="Rettangolo 40">
            <a:extLst>
              <a:ext uri="{FF2B5EF4-FFF2-40B4-BE49-F238E27FC236}">
                <a16:creationId xmlns:a16="http://schemas.microsoft.com/office/drawing/2014/main" id="{6081DB9D-8071-9A69-318D-8E942FDD0DFD}"/>
              </a:ext>
            </a:extLst>
          </p:cNvPr>
          <p:cNvSpPr/>
          <p:nvPr/>
        </p:nvSpPr>
        <p:spPr>
          <a:xfrm>
            <a:off x="325558" y="4687409"/>
            <a:ext cx="6566948" cy="646331"/>
          </a:xfrm>
          <a:prstGeom prst="rect">
            <a:avLst/>
          </a:prstGeom>
        </p:spPr>
        <p:txBody>
          <a:bodyPr wrap="square" lIns="0" tIns="0" rIns="0" bIns="0" rtlCol="0" anchor="t">
            <a:spAutoFit/>
          </a:bodyPr>
          <a:lstStyle/>
          <a:p>
            <a:pPr rtl="0">
              <a:spcBef>
                <a:spcPts val="1200"/>
              </a:spcBef>
              <a:buClr>
                <a:schemeClr val="tx2"/>
              </a:buClr>
            </a:pPr>
            <a:r>
              <a:rPr lang="it-IT" sz="1400" dirty="0">
                <a:solidFill>
                  <a:schemeClr val="tx1">
                    <a:lumMod val="75000"/>
                    <a:lumOff val="25000"/>
                  </a:schemeClr>
                </a:solidFill>
                <a:cs typeface="Segoe UI" panose="020B0502040204020203" pitchFamily="34" charset="0"/>
              </a:rPr>
              <a:t>La console ha in dotazione anche una «</a:t>
            </a:r>
            <a:r>
              <a:rPr lang="it-IT" sz="1400" dirty="0" err="1">
                <a:solidFill>
                  <a:schemeClr val="tx1">
                    <a:lumMod val="75000"/>
                    <a:lumOff val="25000"/>
                  </a:schemeClr>
                </a:solidFill>
                <a:cs typeface="Segoe UI" panose="020B0502040204020203" pitchFamily="34" charset="0"/>
              </a:rPr>
              <a:t>sensor</a:t>
            </a:r>
            <a:r>
              <a:rPr lang="it-IT" sz="1400" dirty="0">
                <a:solidFill>
                  <a:schemeClr val="tx1">
                    <a:lumMod val="75000"/>
                    <a:lumOff val="25000"/>
                  </a:schemeClr>
                </a:solidFill>
                <a:cs typeface="Segoe UI" panose="020B0502040204020203" pitchFamily="34" charset="0"/>
              </a:rPr>
              <a:t> bar» da piazzare sotto o sopra allo schermo. A dispetto del nome non include alcun sensore ma solamente dei LED infrarossi a 940 nm posti all’estremità che servono come riferimento per il </a:t>
            </a:r>
            <a:r>
              <a:rPr lang="it-IT" sz="1400" dirty="0" err="1">
                <a:solidFill>
                  <a:schemeClr val="tx1">
                    <a:lumMod val="75000"/>
                    <a:lumOff val="25000"/>
                  </a:schemeClr>
                </a:solidFill>
                <a:cs typeface="Segoe UI" panose="020B0502040204020203" pitchFamily="34" charset="0"/>
              </a:rPr>
              <a:t>Wiimote</a:t>
            </a:r>
            <a:r>
              <a:rPr lang="it-IT" sz="1400" dirty="0">
                <a:solidFill>
                  <a:schemeClr val="tx1">
                    <a:lumMod val="75000"/>
                    <a:lumOff val="25000"/>
                  </a:schemeClr>
                </a:solidFill>
                <a:cs typeface="Segoe UI" panose="020B0502040204020203" pitchFamily="34" charset="0"/>
              </a:rPr>
              <a:t>.</a:t>
            </a:r>
          </a:p>
        </p:txBody>
      </p:sp>
    </p:spTree>
    <p:extLst>
      <p:ext uri="{BB962C8B-B14F-4D97-AF65-F5344CB8AC3E}">
        <p14:creationId xmlns:p14="http://schemas.microsoft.com/office/powerpoint/2010/main" val="822569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Hardware utilizzato</a:t>
            </a:r>
            <a:br>
              <a:rPr lang="it-IT" sz="2800" dirty="0">
                <a:solidFill>
                  <a:schemeClr val="tx1">
                    <a:lumMod val="75000"/>
                    <a:lumOff val="25000"/>
                  </a:schemeClr>
                </a:solidFill>
              </a:rPr>
            </a:b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3074" name="Picture 2" descr="Xiaomi Mi 9T Pro Smartphone da 6.39&quot; FHD+, Snapdragon 855, Tripla  Fotocamera post.13 + 48 + 8MP, Fotocamera ant. Pop up selfie da 20MP, 4000  mAh, con NFC, 6GB RAM+128GB ROM, Nero : Amazon.it: Elettronica">
            <a:extLst>
              <a:ext uri="{FF2B5EF4-FFF2-40B4-BE49-F238E27FC236}">
                <a16:creationId xmlns:a16="http://schemas.microsoft.com/office/drawing/2014/main" id="{A7E63834-3811-363B-56AC-BB381D13EF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461" y="922967"/>
            <a:ext cx="1955320" cy="241995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6">
            <a:extLst>
              <a:ext uri="{FF2B5EF4-FFF2-40B4-BE49-F238E27FC236}">
                <a16:creationId xmlns:a16="http://schemas.microsoft.com/office/drawing/2014/main" id="{DA1617DA-F6A0-DFE2-7351-A512892E6F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77402" y="3480796"/>
            <a:ext cx="2034290" cy="3082474"/>
          </a:xfrm>
          <a:prstGeom prst="rect">
            <a:avLst/>
          </a:prstGeom>
          <a:noFill/>
          <a:extLst>
            <a:ext uri="{909E8E84-426E-40DD-AFC4-6F175D3DCCD1}">
              <a14:hiddenFill xmlns:a14="http://schemas.microsoft.com/office/drawing/2010/main">
                <a:solidFill>
                  <a:srgbClr val="FFFFFF"/>
                </a:solidFill>
              </a14:hiddenFill>
            </a:ext>
          </a:extLst>
        </p:spPr>
      </p:pic>
      <p:sp>
        <p:nvSpPr>
          <p:cNvPr id="10" name="Rettangolo 9">
            <a:extLst>
              <a:ext uri="{FF2B5EF4-FFF2-40B4-BE49-F238E27FC236}">
                <a16:creationId xmlns:a16="http://schemas.microsoft.com/office/drawing/2014/main" id="{B171C122-6DE3-9926-B23F-3BD42FE8C636}"/>
              </a:ext>
            </a:extLst>
          </p:cNvPr>
          <p:cNvSpPr/>
          <p:nvPr/>
        </p:nvSpPr>
        <p:spPr>
          <a:xfrm>
            <a:off x="3300820" y="966097"/>
            <a:ext cx="8155059" cy="2369880"/>
          </a:xfrm>
          <a:prstGeom prst="rect">
            <a:avLst/>
          </a:prstGeom>
        </p:spPr>
        <p:txBody>
          <a:bodyPr wrap="square" lIns="0" tIns="0" rIns="0" bIns="0" rtlCol="0" anchor="t">
            <a:spAutoFit/>
          </a:bodyPr>
          <a:lstStyle/>
          <a:p>
            <a:pPr rtl="0">
              <a:spcBef>
                <a:spcPts val="1200"/>
              </a:spcBef>
              <a:buClr>
                <a:schemeClr val="tx2"/>
              </a:buClr>
            </a:pPr>
            <a:r>
              <a:rPr lang="it-IT" dirty="0">
                <a:solidFill>
                  <a:schemeClr val="tx1">
                    <a:lumMod val="75000"/>
                    <a:lumOff val="25000"/>
                  </a:schemeClr>
                </a:solidFill>
                <a:cs typeface="Segoe UI" panose="020B0502040204020203" pitchFamily="34" charset="0"/>
              </a:rPr>
              <a:t>La maggior parte degli smartphone in commercio posseggono fotocamere in grado di catturare la luce dei LED IR a 940nm, grazie alla connettività Bluetooth e alla capacità di elaborazione delle immagini è possibile usare uno smartphone come dispositivo di puntamento.</a:t>
            </a:r>
          </a:p>
          <a:p>
            <a:pPr rtl="0">
              <a:spcBef>
                <a:spcPts val="1200"/>
              </a:spcBef>
              <a:buClr>
                <a:schemeClr val="tx2"/>
              </a:buClr>
            </a:pPr>
            <a:r>
              <a:rPr lang="it-IT" dirty="0">
                <a:solidFill>
                  <a:schemeClr val="tx1">
                    <a:lumMod val="75000"/>
                    <a:lumOff val="25000"/>
                  </a:schemeClr>
                </a:solidFill>
                <a:cs typeface="Segoe UI" panose="020B0502040204020203" pitchFamily="34" charset="0"/>
              </a:rPr>
              <a:t>In particolare è stata realizzata un’</a:t>
            </a:r>
            <a:r>
              <a:rPr lang="it-IT" b="1" dirty="0">
                <a:solidFill>
                  <a:schemeClr val="tx1">
                    <a:lumMod val="75000"/>
                    <a:lumOff val="25000"/>
                  </a:schemeClr>
                </a:solidFill>
                <a:cs typeface="Segoe UI" panose="020B0502040204020203" pitchFamily="34" charset="0"/>
              </a:rPr>
              <a:t>applicazione Android</a:t>
            </a:r>
            <a:r>
              <a:rPr lang="it-IT" dirty="0">
                <a:solidFill>
                  <a:schemeClr val="tx1">
                    <a:lumMod val="75000"/>
                    <a:lumOff val="25000"/>
                  </a:schemeClr>
                </a:solidFill>
                <a:cs typeface="Segoe UI" panose="020B0502040204020203" pitchFamily="34" charset="0"/>
              </a:rPr>
              <a:t> che utilizza lo strumento open source </a:t>
            </a:r>
            <a:r>
              <a:rPr lang="it-IT" b="1" dirty="0" err="1">
                <a:solidFill>
                  <a:schemeClr val="tx1">
                    <a:lumMod val="75000"/>
                    <a:lumOff val="25000"/>
                  </a:schemeClr>
                </a:solidFill>
                <a:cs typeface="Segoe UI" panose="020B0502040204020203" pitchFamily="34" charset="0"/>
              </a:rPr>
              <a:t>OpenCV</a:t>
            </a:r>
            <a:r>
              <a:rPr lang="it-IT" dirty="0">
                <a:solidFill>
                  <a:schemeClr val="tx1">
                    <a:lumMod val="75000"/>
                    <a:lumOff val="25000"/>
                  </a:schemeClr>
                </a:solidFill>
                <a:cs typeface="Segoe UI" panose="020B0502040204020203" pitchFamily="34" charset="0"/>
              </a:rPr>
              <a:t> per individuare le zone luminose catturate dalla fotocamera. La posizione dei punti luminosi viene utilizzata per inviare tramite Bluetooth le coordinate del puntatore. </a:t>
            </a:r>
          </a:p>
        </p:txBody>
      </p:sp>
      <p:sp>
        <p:nvSpPr>
          <p:cNvPr id="2" name="CasellaDiTesto 1">
            <a:extLst>
              <a:ext uri="{FF2B5EF4-FFF2-40B4-BE49-F238E27FC236}">
                <a16:creationId xmlns:a16="http://schemas.microsoft.com/office/drawing/2014/main" id="{952C0F73-22E7-7D52-A055-905F206F711B}"/>
              </a:ext>
            </a:extLst>
          </p:cNvPr>
          <p:cNvSpPr txBox="1"/>
          <p:nvPr/>
        </p:nvSpPr>
        <p:spPr>
          <a:xfrm>
            <a:off x="228600" y="3916392"/>
            <a:ext cx="9010291" cy="2646878"/>
          </a:xfrm>
          <a:prstGeom prst="rect">
            <a:avLst/>
          </a:prstGeom>
          <a:noFill/>
        </p:spPr>
        <p:txBody>
          <a:bodyPr wrap="square" rtlCol="0">
            <a:spAutoFit/>
          </a:bodyPr>
          <a:lstStyle/>
          <a:p>
            <a:r>
              <a:rPr lang="it-IT" dirty="0"/>
              <a:t>La scheda </a:t>
            </a:r>
            <a:r>
              <a:rPr lang="it-IT" b="1" dirty="0"/>
              <a:t>STM32F3DISCOVERY</a:t>
            </a:r>
            <a:r>
              <a:rPr lang="it-IT" dirty="0"/>
              <a:t> è una scheda di sviluppo che permette la creazioni di sistemi embedded in modo semplice e rapido. Questa board è dotata di:</a:t>
            </a:r>
          </a:p>
          <a:p>
            <a:pPr marL="171450" indent="-171450" rtl="0">
              <a:spcBef>
                <a:spcPts val="1200"/>
              </a:spcBef>
              <a:buClr>
                <a:schemeClr val="tx2"/>
              </a:buClr>
              <a:buFont typeface="Segoe UI Light" panose="020B0502040204020203" pitchFamily="34" charset="0"/>
              <a:buChar char="›"/>
            </a:pPr>
            <a:r>
              <a:rPr lang="it-IT" sz="1800" dirty="0">
                <a:solidFill>
                  <a:schemeClr val="tx1">
                    <a:lumMod val="75000"/>
                    <a:lumOff val="25000"/>
                  </a:schemeClr>
                </a:solidFill>
                <a:cs typeface="Segoe UI" panose="020B0502040204020203" pitchFamily="34" charset="0"/>
              </a:rPr>
              <a:t>MCU STM32F303VCT6 basata su ARM Cortex-M4 @72 Mhz con 256 KB di memoria flash e 48 KB di RAM.</a:t>
            </a:r>
          </a:p>
          <a:p>
            <a:pPr marL="171450" indent="-171450" rtl="0">
              <a:spcBef>
                <a:spcPts val="1200"/>
              </a:spcBef>
              <a:buClr>
                <a:schemeClr val="tx2"/>
              </a:buClr>
              <a:buFont typeface="Segoe UI Light" panose="020B0502040204020203" pitchFamily="34" charset="0"/>
              <a:buChar char="›"/>
            </a:pPr>
            <a:r>
              <a:rPr lang="it-IT" sz="1800" dirty="0">
                <a:solidFill>
                  <a:schemeClr val="tx1">
                    <a:lumMod val="75000"/>
                    <a:lumOff val="25000"/>
                  </a:schemeClr>
                </a:solidFill>
                <a:cs typeface="Segoe UI" panose="020B0502040204020203" pitchFamily="34" charset="0"/>
              </a:rPr>
              <a:t>Digital </a:t>
            </a:r>
            <a:r>
              <a:rPr lang="it-IT" sz="1800" dirty="0" err="1">
                <a:solidFill>
                  <a:schemeClr val="tx1">
                    <a:lumMod val="75000"/>
                    <a:lumOff val="25000"/>
                  </a:schemeClr>
                </a:solidFill>
                <a:cs typeface="Segoe UI" panose="020B0502040204020203" pitchFamily="34" charset="0"/>
              </a:rPr>
              <a:t>Analog</a:t>
            </a:r>
            <a:r>
              <a:rPr lang="it-IT" sz="1800" dirty="0">
                <a:solidFill>
                  <a:schemeClr val="tx1">
                    <a:lumMod val="75000"/>
                    <a:lumOff val="25000"/>
                  </a:schemeClr>
                </a:solidFill>
                <a:cs typeface="Segoe UI" panose="020B0502040204020203" pitchFamily="34" charset="0"/>
              </a:rPr>
              <a:t> Converter, </a:t>
            </a:r>
            <a:r>
              <a:rPr lang="it-IT" sz="1800" dirty="0" err="1">
                <a:solidFill>
                  <a:schemeClr val="tx1">
                    <a:lumMod val="75000"/>
                    <a:lumOff val="25000"/>
                  </a:schemeClr>
                </a:solidFill>
                <a:cs typeface="Segoe UI" panose="020B0502040204020203" pitchFamily="34" charset="0"/>
              </a:rPr>
              <a:t>Analog</a:t>
            </a:r>
            <a:r>
              <a:rPr lang="it-IT" sz="1800" dirty="0">
                <a:solidFill>
                  <a:schemeClr val="tx1">
                    <a:lumMod val="75000"/>
                    <a:lumOff val="25000"/>
                  </a:schemeClr>
                </a:solidFill>
                <a:cs typeface="Segoe UI" panose="020B0502040204020203" pitchFamily="34" charset="0"/>
              </a:rPr>
              <a:t> Digital Converter, comparatori, amplificatori operazionali.</a:t>
            </a:r>
          </a:p>
          <a:p>
            <a:pPr marL="171450" indent="-171450" rtl="0">
              <a:spcBef>
                <a:spcPts val="1200"/>
              </a:spcBef>
              <a:buClr>
                <a:schemeClr val="tx2"/>
              </a:buClr>
              <a:buFont typeface="Segoe UI Light" panose="020B0502040204020203" pitchFamily="34" charset="0"/>
              <a:buChar char="›"/>
            </a:pPr>
            <a:r>
              <a:rPr lang="it-IT" sz="1800" dirty="0">
                <a:solidFill>
                  <a:schemeClr val="tx1">
                    <a:lumMod val="75000"/>
                    <a:lumOff val="25000"/>
                  </a:schemeClr>
                </a:solidFill>
                <a:cs typeface="Segoe UI" panose="020B0502040204020203" pitchFamily="34" charset="0"/>
              </a:rPr>
              <a:t> 8 LED e due pulsanti collegati all’interfaccia GPIO.</a:t>
            </a:r>
          </a:p>
          <a:p>
            <a:pPr marL="171450" indent="-171450" rtl="0">
              <a:spcBef>
                <a:spcPts val="1200"/>
              </a:spcBef>
              <a:buClr>
                <a:schemeClr val="tx2"/>
              </a:buClr>
              <a:buFont typeface="Segoe UI Light" panose="020B0502040204020203" pitchFamily="34" charset="0"/>
              <a:buChar char="›"/>
            </a:pPr>
            <a:r>
              <a:rPr lang="it-IT" sz="1800" dirty="0">
                <a:solidFill>
                  <a:schemeClr val="tx1">
                    <a:lumMod val="75000"/>
                    <a:lumOff val="25000"/>
                  </a:schemeClr>
                </a:solidFill>
                <a:cs typeface="Segoe UI" panose="020B0502040204020203" pitchFamily="34" charset="0"/>
              </a:rPr>
              <a:t>Connettività tramite i protocolli </a:t>
            </a:r>
            <a:r>
              <a:rPr lang="it-IT" sz="1800" b="1" dirty="0">
                <a:solidFill>
                  <a:schemeClr val="tx1">
                    <a:lumMod val="75000"/>
                    <a:lumOff val="25000"/>
                  </a:schemeClr>
                </a:solidFill>
                <a:cs typeface="Segoe UI" panose="020B0502040204020203" pitchFamily="34" charset="0"/>
              </a:rPr>
              <a:t>USART</a:t>
            </a:r>
            <a:r>
              <a:rPr lang="it-IT" sz="1800" dirty="0">
                <a:solidFill>
                  <a:schemeClr val="tx1">
                    <a:lumMod val="75000"/>
                    <a:lumOff val="25000"/>
                  </a:schemeClr>
                </a:solidFill>
                <a:cs typeface="Segoe UI" panose="020B0502040204020203" pitchFamily="34" charset="0"/>
              </a:rPr>
              <a:t>, </a:t>
            </a:r>
            <a:r>
              <a:rPr lang="it-IT" sz="1800" b="1" dirty="0">
                <a:solidFill>
                  <a:schemeClr val="tx1">
                    <a:lumMod val="75000"/>
                    <a:lumOff val="25000"/>
                  </a:schemeClr>
                </a:solidFill>
                <a:cs typeface="Segoe UI" panose="020B0502040204020203" pitchFamily="34" charset="0"/>
              </a:rPr>
              <a:t>SPI</a:t>
            </a:r>
            <a:r>
              <a:rPr lang="it-IT" sz="1800" dirty="0">
                <a:solidFill>
                  <a:schemeClr val="tx1">
                    <a:lumMod val="75000"/>
                    <a:lumOff val="25000"/>
                  </a:schemeClr>
                </a:solidFill>
                <a:cs typeface="Segoe UI" panose="020B0502040204020203" pitchFamily="34" charset="0"/>
              </a:rPr>
              <a:t>, I2C, USB e CAN.</a:t>
            </a:r>
          </a:p>
        </p:txBody>
      </p:sp>
    </p:spTree>
    <p:extLst>
      <p:ext uri="{BB962C8B-B14F-4D97-AF65-F5344CB8AC3E}">
        <p14:creationId xmlns:p14="http://schemas.microsoft.com/office/powerpoint/2010/main" val="2743667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Hardware utilizzato</a:t>
            </a:r>
            <a:br>
              <a:rPr lang="it-IT" sz="2800" dirty="0">
                <a:solidFill>
                  <a:schemeClr val="tx1">
                    <a:lumMod val="75000"/>
                    <a:lumOff val="25000"/>
                  </a:schemeClr>
                </a:solidFill>
              </a:rPr>
            </a:b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3084" name="Picture 12">
            <a:extLst>
              <a:ext uri="{FF2B5EF4-FFF2-40B4-BE49-F238E27FC236}">
                <a16:creationId xmlns:a16="http://schemas.microsoft.com/office/drawing/2014/main" id="{8BE1F167-EF35-BEA2-D837-9DC0531118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06349" y="1147627"/>
            <a:ext cx="1673525" cy="1673525"/>
          </a:xfrm>
          <a:prstGeom prst="rect">
            <a:avLst/>
          </a:prstGeom>
          <a:noFill/>
          <a:extLst>
            <a:ext uri="{909E8E84-426E-40DD-AFC4-6F175D3DCCD1}">
              <a14:hiddenFill xmlns:a14="http://schemas.microsoft.com/office/drawing/2010/main">
                <a:solidFill>
                  <a:srgbClr val="FFFFFF"/>
                </a:solidFill>
              </a14:hiddenFill>
            </a:ext>
          </a:extLst>
        </p:spPr>
      </p:pic>
      <p:pic>
        <p:nvPicPr>
          <p:cNvPr id="3086" name="Picture 14">
            <a:extLst>
              <a:ext uri="{FF2B5EF4-FFF2-40B4-BE49-F238E27FC236}">
                <a16:creationId xmlns:a16="http://schemas.microsoft.com/office/drawing/2014/main" id="{DA6F9688-19EF-E4B5-0DA5-63C6D210A4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46798" y="3823542"/>
            <a:ext cx="2761716" cy="2221302"/>
          </a:xfrm>
          <a:prstGeom prst="rect">
            <a:avLst/>
          </a:prstGeom>
          <a:noFill/>
          <a:extLst>
            <a:ext uri="{909E8E84-426E-40DD-AFC4-6F175D3DCCD1}">
              <a14:hiddenFill xmlns:a14="http://schemas.microsoft.com/office/drawing/2010/main">
                <a:solidFill>
                  <a:srgbClr val="FFFFFF"/>
                </a:solidFill>
              </a14:hiddenFill>
            </a:ext>
          </a:extLst>
        </p:spPr>
      </p:pic>
      <p:sp>
        <p:nvSpPr>
          <p:cNvPr id="2" name="CasellaDiTesto 1">
            <a:extLst>
              <a:ext uri="{FF2B5EF4-FFF2-40B4-BE49-F238E27FC236}">
                <a16:creationId xmlns:a16="http://schemas.microsoft.com/office/drawing/2014/main" id="{6B1568ED-BACE-1237-E175-1A1ADE752D91}"/>
              </a:ext>
            </a:extLst>
          </p:cNvPr>
          <p:cNvSpPr txBox="1"/>
          <p:nvPr/>
        </p:nvSpPr>
        <p:spPr>
          <a:xfrm>
            <a:off x="3191774" y="1043796"/>
            <a:ext cx="8315864" cy="1754326"/>
          </a:xfrm>
          <a:prstGeom prst="rect">
            <a:avLst/>
          </a:prstGeom>
          <a:noFill/>
        </p:spPr>
        <p:txBody>
          <a:bodyPr wrap="square" rtlCol="0">
            <a:spAutoFit/>
          </a:bodyPr>
          <a:lstStyle/>
          <a:p>
            <a:r>
              <a:rPr lang="it-IT" dirty="0"/>
              <a:t>L’HC-05 è un modulo convertitore seriale-Bluetooth. In particolare può convertire i messaggi ricevuti tramite UART e inviarli tramite il Serial Port </a:t>
            </a:r>
            <a:r>
              <a:rPr lang="it-IT" dirty="0" err="1"/>
              <a:t>Profile</a:t>
            </a:r>
            <a:r>
              <a:rPr lang="it-IT" dirty="0"/>
              <a:t> (SPP) dello standard Bluetooth. All’interno di un collegamento Bluetooth può funzionare sia come Master che come Slave. Supporta il </a:t>
            </a:r>
            <a:r>
              <a:rPr lang="it-IT" dirty="0" err="1"/>
              <a:t>pairing</a:t>
            </a:r>
            <a:r>
              <a:rPr lang="it-IT" dirty="0"/>
              <a:t> sicuro mediante PIN. Viene alimentato a 5V e possiede un LED di stato e un pulsante per avviare lo scanning dei dispositivi vicini. Il baud rate di default è pari a 9600 bits/s.</a:t>
            </a:r>
          </a:p>
        </p:txBody>
      </p:sp>
      <p:sp>
        <p:nvSpPr>
          <p:cNvPr id="3" name="CasellaDiTesto 2">
            <a:extLst>
              <a:ext uri="{FF2B5EF4-FFF2-40B4-BE49-F238E27FC236}">
                <a16:creationId xmlns:a16="http://schemas.microsoft.com/office/drawing/2014/main" id="{B2683901-89CC-4ED9-44AB-31445B53D1EA}"/>
              </a:ext>
            </a:extLst>
          </p:cNvPr>
          <p:cNvSpPr txBox="1"/>
          <p:nvPr/>
        </p:nvSpPr>
        <p:spPr>
          <a:xfrm>
            <a:off x="240550" y="4057030"/>
            <a:ext cx="7548113" cy="2308324"/>
          </a:xfrm>
          <a:prstGeom prst="rect">
            <a:avLst/>
          </a:prstGeom>
          <a:noFill/>
        </p:spPr>
        <p:txBody>
          <a:bodyPr wrap="square" rtlCol="0">
            <a:spAutoFit/>
          </a:bodyPr>
          <a:lstStyle/>
          <a:p>
            <a:r>
              <a:rPr lang="it-IT" dirty="0"/>
              <a:t>L’ST7735 è un economico microcontrollore su cui vengono basati semplici display LCD a colori. L’esemplare utilizzato ha una risoluzione di 128x160 e supporta i colori in formato RGB 5-6-5 con 65k di colori visualizzabili. Viene retroilluminato da due LED bianchi la cui luce viene riflessa su tutto lo schermo. Utilizza il protocollo Serial </a:t>
            </a:r>
            <a:r>
              <a:rPr lang="it-IT" dirty="0" err="1"/>
              <a:t>Periferal</a:t>
            </a:r>
            <a:r>
              <a:rPr lang="it-IT" dirty="0"/>
              <a:t> Interface (SPI), ma supporta anche il collegamento in parallelo (Intel 8080). Possiede anche un lettore di schede SD per poter visualizzare immagini in formato bitmap (.</a:t>
            </a:r>
            <a:r>
              <a:rPr lang="it-IT" dirty="0" err="1"/>
              <a:t>bmp</a:t>
            </a:r>
            <a:r>
              <a:rPr lang="it-IT" dirty="0"/>
              <a:t>). Viene alimentato a 5V con collegamento separato per la retroilluminazione.</a:t>
            </a:r>
          </a:p>
        </p:txBody>
      </p:sp>
    </p:spTree>
    <p:extLst>
      <p:ext uri="{BB962C8B-B14F-4D97-AF65-F5344CB8AC3E}">
        <p14:creationId xmlns:p14="http://schemas.microsoft.com/office/powerpoint/2010/main" val="4233996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77559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Hardware utilizzato</a:t>
            </a:r>
            <a:br>
              <a:rPr lang="it-IT" sz="2800" dirty="0">
                <a:solidFill>
                  <a:schemeClr val="tx1">
                    <a:lumMod val="75000"/>
                    <a:lumOff val="25000"/>
                  </a:schemeClr>
                </a:solidFill>
              </a:rPr>
            </a:b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3088" name="Picture 16" descr="Duracell 9V Batterie, confezione da 2 : Amazon.it: Elettronica">
            <a:extLst>
              <a:ext uri="{FF2B5EF4-FFF2-40B4-BE49-F238E27FC236}">
                <a16:creationId xmlns:a16="http://schemas.microsoft.com/office/drawing/2014/main" id="{523DEFE4-0195-4AE1-8DD9-B904F68E98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26965" y="2599643"/>
            <a:ext cx="917236" cy="1658715"/>
          </a:xfrm>
          <a:prstGeom prst="rect">
            <a:avLst/>
          </a:prstGeom>
          <a:noFill/>
          <a:extLst>
            <a:ext uri="{909E8E84-426E-40DD-AFC4-6F175D3DCCD1}">
              <a14:hiddenFill xmlns:a14="http://schemas.microsoft.com/office/drawing/2010/main">
                <a:solidFill>
                  <a:srgbClr val="FFFFFF"/>
                </a:solidFill>
              </a14:hiddenFill>
            </a:ext>
          </a:extLst>
        </p:spPr>
      </p:pic>
      <p:pic>
        <p:nvPicPr>
          <p:cNvPr id="3092" name="Picture 20" descr="LED BLU 5 mm - ALTA LUMINOSITA' (8000 MCD)">
            <a:extLst>
              <a:ext uri="{FF2B5EF4-FFF2-40B4-BE49-F238E27FC236}">
                <a16:creationId xmlns:a16="http://schemas.microsoft.com/office/drawing/2014/main" id="{715FD6AB-336E-8CDA-4473-DE0CA68F89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64804" y="2425101"/>
            <a:ext cx="2007798" cy="2007798"/>
          </a:xfrm>
          <a:prstGeom prst="rect">
            <a:avLst/>
          </a:prstGeom>
          <a:noFill/>
          <a:extLst>
            <a:ext uri="{909E8E84-426E-40DD-AFC4-6F175D3DCCD1}">
              <a14:hiddenFill xmlns:a14="http://schemas.microsoft.com/office/drawing/2010/main">
                <a:solidFill>
                  <a:srgbClr val="FFFFFF"/>
                </a:solidFill>
              </a14:hiddenFill>
            </a:ext>
          </a:extLst>
        </p:spPr>
      </p:pic>
      <p:pic>
        <p:nvPicPr>
          <p:cNvPr id="3090" name="Picture 18" descr="Resistori a strato: cosa sono, a cosa servono e come sceglierli">
            <a:extLst>
              <a:ext uri="{FF2B5EF4-FFF2-40B4-BE49-F238E27FC236}">
                <a16:creationId xmlns:a16="http://schemas.microsoft.com/office/drawing/2014/main" id="{C7526F62-5023-FFBB-38D8-ECBFC08D16E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3974" y="2537326"/>
            <a:ext cx="2329943" cy="1783348"/>
          </a:xfrm>
          <a:prstGeom prst="rect">
            <a:avLst/>
          </a:prstGeom>
          <a:noFill/>
          <a:extLst>
            <a:ext uri="{909E8E84-426E-40DD-AFC4-6F175D3DCCD1}">
              <a14:hiddenFill xmlns:a14="http://schemas.microsoft.com/office/drawing/2010/main">
                <a:solidFill>
                  <a:srgbClr val="FFFFFF"/>
                </a:solidFill>
              </a14:hiddenFill>
            </a:ext>
          </a:extLst>
        </p:spPr>
      </p:pic>
      <p:sp>
        <p:nvSpPr>
          <p:cNvPr id="2" name="CasellaDiTesto 1">
            <a:extLst>
              <a:ext uri="{FF2B5EF4-FFF2-40B4-BE49-F238E27FC236}">
                <a16:creationId xmlns:a16="http://schemas.microsoft.com/office/drawing/2014/main" id="{1B468A26-0A10-83FD-8D81-D7FA4A19D564}"/>
              </a:ext>
            </a:extLst>
          </p:cNvPr>
          <p:cNvSpPr txBox="1"/>
          <p:nvPr/>
        </p:nvSpPr>
        <p:spPr>
          <a:xfrm>
            <a:off x="1621360" y="4465839"/>
            <a:ext cx="1035170" cy="369332"/>
          </a:xfrm>
          <a:prstGeom prst="rect">
            <a:avLst/>
          </a:prstGeom>
          <a:noFill/>
        </p:spPr>
        <p:txBody>
          <a:bodyPr wrap="square" rtlCol="0">
            <a:spAutoFit/>
          </a:bodyPr>
          <a:lstStyle/>
          <a:p>
            <a:r>
              <a:rPr lang="it-IT" dirty="0"/>
              <a:t>Resistori</a:t>
            </a:r>
          </a:p>
        </p:txBody>
      </p:sp>
      <p:sp>
        <p:nvSpPr>
          <p:cNvPr id="13" name="CasellaDiTesto 12">
            <a:extLst>
              <a:ext uri="{FF2B5EF4-FFF2-40B4-BE49-F238E27FC236}">
                <a16:creationId xmlns:a16="http://schemas.microsoft.com/office/drawing/2014/main" id="{1A7B1646-8993-0DA1-1124-93EA684E6108}"/>
              </a:ext>
            </a:extLst>
          </p:cNvPr>
          <p:cNvSpPr txBox="1"/>
          <p:nvPr/>
        </p:nvSpPr>
        <p:spPr>
          <a:xfrm>
            <a:off x="4490865" y="4327340"/>
            <a:ext cx="3355675" cy="646331"/>
          </a:xfrm>
          <a:prstGeom prst="rect">
            <a:avLst/>
          </a:prstGeom>
          <a:noFill/>
        </p:spPr>
        <p:txBody>
          <a:bodyPr wrap="square" rtlCol="0">
            <a:spAutoFit/>
          </a:bodyPr>
          <a:lstStyle/>
          <a:p>
            <a:pPr algn="ctr"/>
            <a:r>
              <a:rPr lang="it-IT" dirty="0"/>
              <a:t>LED IR 940 nm. Con </a:t>
            </a:r>
            <a:r>
              <a:rPr lang="it-IT" dirty="0" err="1"/>
              <a:t>Vf</a:t>
            </a:r>
            <a:r>
              <a:rPr lang="it-IT" dirty="0"/>
              <a:t> = 1.5-1.6V e corrente assorbita di 60 </a:t>
            </a:r>
            <a:r>
              <a:rPr lang="it-IT" dirty="0" err="1"/>
              <a:t>mA</a:t>
            </a:r>
            <a:endParaRPr lang="it-IT" dirty="0"/>
          </a:p>
        </p:txBody>
      </p:sp>
      <p:sp>
        <p:nvSpPr>
          <p:cNvPr id="15" name="CasellaDiTesto 14">
            <a:extLst>
              <a:ext uri="{FF2B5EF4-FFF2-40B4-BE49-F238E27FC236}">
                <a16:creationId xmlns:a16="http://schemas.microsoft.com/office/drawing/2014/main" id="{6349F6A1-7049-4B8D-111F-E754414952CD}"/>
              </a:ext>
            </a:extLst>
          </p:cNvPr>
          <p:cNvSpPr txBox="1"/>
          <p:nvPr/>
        </p:nvSpPr>
        <p:spPr>
          <a:xfrm>
            <a:off x="9033489" y="4465839"/>
            <a:ext cx="2104187" cy="369332"/>
          </a:xfrm>
          <a:prstGeom prst="rect">
            <a:avLst/>
          </a:prstGeom>
          <a:noFill/>
        </p:spPr>
        <p:txBody>
          <a:bodyPr wrap="square" rtlCol="0">
            <a:spAutoFit/>
          </a:bodyPr>
          <a:lstStyle/>
          <a:p>
            <a:pPr algn="ctr"/>
            <a:r>
              <a:rPr lang="it-IT" dirty="0"/>
              <a:t>Batteria da 9V</a:t>
            </a:r>
          </a:p>
        </p:txBody>
      </p:sp>
    </p:spTree>
    <p:extLst>
      <p:ext uri="{BB962C8B-B14F-4D97-AF65-F5344CB8AC3E}">
        <p14:creationId xmlns:p14="http://schemas.microsoft.com/office/powerpoint/2010/main" val="2921751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SPI </a:t>
            </a:r>
            <a:r>
              <a:rPr lang="it-IT" sz="2800" b="1" dirty="0" err="1">
                <a:solidFill>
                  <a:schemeClr val="tx1">
                    <a:lumMod val="75000"/>
                    <a:lumOff val="25000"/>
                  </a:schemeClr>
                </a:solidFill>
              </a:rPr>
              <a:t>Protocol</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1026" name="Picture 2">
            <a:extLst>
              <a:ext uri="{FF2B5EF4-FFF2-40B4-BE49-F238E27FC236}">
                <a16:creationId xmlns:a16="http://schemas.microsoft.com/office/drawing/2014/main" id="{DD2847AF-E04A-C0F5-C7B8-F773C488B8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99139" y="855297"/>
            <a:ext cx="4393721" cy="1373038"/>
          </a:xfrm>
          <a:prstGeom prst="rect">
            <a:avLst/>
          </a:prstGeom>
          <a:noFill/>
          <a:extLst>
            <a:ext uri="{909E8E84-426E-40DD-AFC4-6F175D3DCCD1}">
              <a14:hiddenFill xmlns:a14="http://schemas.microsoft.com/office/drawing/2010/main">
                <a:solidFill>
                  <a:srgbClr val="FFFFFF"/>
                </a:solidFill>
              </a14:hiddenFill>
            </a:ext>
          </a:extLst>
        </p:spPr>
      </p:pic>
      <p:sp>
        <p:nvSpPr>
          <p:cNvPr id="42" name="CasellaDiTesto 41">
            <a:extLst>
              <a:ext uri="{FF2B5EF4-FFF2-40B4-BE49-F238E27FC236}">
                <a16:creationId xmlns:a16="http://schemas.microsoft.com/office/drawing/2014/main" id="{6786B737-F4EE-7FFC-064F-8C4043A9AE15}"/>
              </a:ext>
            </a:extLst>
          </p:cNvPr>
          <p:cNvSpPr txBox="1"/>
          <p:nvPr/>
        </p:nvSpPr>
        <p:spPr>
          <a:xfrm>
            <a:off x="312168" y="2505334"/>
            <a:ext cx="11651232" cy="3754874"/>
          </a:xfrm>
          <a:prstGeom prst="rect">
            <a:avLst/>
          </a:prstGeom>
          <a:noFill/>
        </p:spPr>
        <p:txBody>
          <a:bodyPr wrap="square" rtlCol="0">
            <a:spAutoFit/>
          </a:bodyPr>
          <a:lstStyle/>
          <a:p>
            <a:r>
              <a:rPr lang="it-IT" dirty="0"/>
              <a:t>È un bus standard di comunicazione sviluppato da Motorola. La trasmissione avviene tra un Master e uno o più Slave. Il Master oltre a controllare il bus emette anche il segnale di clock. </a:t>
            </a:r>
          </a:p>
          <a:p>
            <a:r>
              <a:rPr lang="it-IT" dirty="0"/>
              <a:t>Per quanto riguarda la velocità di trasmissione non vi è un limite inferiore o superiore e la velocità viene dettata dai limiti fisici (capacità parassite) o dalle specifiche fornite col datasheet del dispositivo.</a:t>
            </a:r>
          </a:p>
          <a:p>
            <a:r>
              <a:rPr lang="it-IT" dirty="0"/>
              <a:t>Il protocollo SPI è di tipo </a:t>
            </a:r>
            <a:r>
              <a:rPr lang="it-IT" b="1" dirty="0"/>
              <a:t>seriale</a:t>
            </a:r>
            <a:r>
              <a:rPr lang="it-IT" dirty="0"/>
              <a:t>, </a:t>
            </a:r>
            <a:r>
              <a:rPr lang="it-IT" b="1" dirty="0"/>
              <a:t>sincrono</a:t>
            </a:r>
            <a:r>
              <a:rPr lang="it-IT" dirty="0"/>
              <a:t> e </a:t>
            </a:r>
            <a:r>
              <a:rPr lang="it-IT" b="1" dirty="0"/>
              <a:t>full-duplex</a:t>
            </a:r>
            <a:r>
              <a:rPr lang="it-IT" dirty="0"/>
              <a:t>.</a:t>
            </a:r>
          </a:p>
          <a:p>
            <a:r>
              <a:rPr lang="it-IT" dirty="0"/>
              <a:t>SPI viene realizzato con quattro segnali:</a:t>
            </a:r>
          </a:p>
          <a:p>
            <a:pPr marL="171450" indent="-171450" rtl="0">
              <a:spcBef>
                <a:spcPts val="1200"/>
              </a:spcBef>
              <a:buClr>
                <a:schemeClr val="tx2"/>
              </a:buClr>
              <a:buFont typeface="Segoe UI Light" panose="020B0502040204020203" pitchFamily="34" charset="0"/>
              <a:buChar char="›"/>
            </a:pPr>
            <a:r>
              <a:rPr lang="it-IT" dirty="0">
                <a:solidFill>
                  <a:schemeClr val="tx1">
                    <a:lumMod val="75000"/>
                    <a:lumOff val="25000"/>
                  </a:schemeClr>
                </a:solidFill>
                <a:cs typeface="Segoe UI" panose="020B0502040204020203" pitchFamily="34" charset="0"/>
              </a:rPr>
              <a:t>SCLK (chiamato anche SCK, CLK) – Serial Clock.</a:t>
            </a:r>
          </a:p>
          <a:p>
            <a:pPr marL="171450" indent="-171450" rtl="0">
              <a:spcBef>
                <a:spcPts val="1200"/>
              </a:spcBef>
              <a:buClr>
                <a:schemeClr val="tx2"/>
              </a:buClr>
              <a:buFont typeface="Segoe UI Light" panose="020B0502040204020203" pitchFamily="34" charset="0"/>
              <a:buChar char="›"/>
            </a:pPr>
            <a:r>
              <a:rPr lang="it-IT" dirty="0">
                <a:solidFill>
                  <a:schemeClr val="tx1">
                    <a:lumMod val="75000"/>
                    <a:lumOff val="25000"/>
                  </a:schemeClr>
                </a:solidFill>
                <a:cs typeface="Segoe UI" panose="020B0502040204020203" pitchFamily="34" charset="0"/>
              </a:rPr>
              <a:t>SDI (chiamato anche MISO, SOMI, DI, SO) – Serial Data Input (Master Input Slave Output).</a:t>
            </a:r>
          </a:p>
          <a:p>
            <a:pPr marL="171450" indent="-171450" rtl="0">
              <a:spcBef>
                <a:spcPts val="1200"/>
              </a:spcBef>
              <a:buClr>
                <a:schemeClr val="tx2"/>
              </a:buClr>
              <a:buFont typeface="Segoe UI Light" panose="020B0502040204020203" pitchFamily="34" charset="0"/>
              <a:buChar char="›"/>
            </a:pPr>
            <a:r>
              <a:rPr lang="it-IT" dirty="0">
                <a:solidFill>
                  <a:schemeClr val="tx1">
                    <a:lumMod val="75000"/>
                    <a:lumOff val="25000"/>
                  </a:schemeClr>
                </a:solidFill>
                <a:cs typeface="Segoe UI" panose="020B0502040204020203" pitchFamily="34" charset="0"/>
              </a:rPr>
              <a:t>SDO (chiamato anche MOSI, SIMO, DO, SI) – Serial Data Output (Master Output Slave Input).</a:t>
            </a:r>
          </a:p>
          <a:p>
            <a:pPr marL="171450" indent="-171450" rtl="0">
              <a:spcBef>
                <a:spcPts val="1200"/>
              </a:spcBef>
              <a:buClr>
                <a:schemeClr val="tx2"/>
              </a:buClr>
              <a:buFont typeface="Segoe UI Light" panose="020B0502040204020203" pitchFamily="34" charset="0"/>
              <a:buChar char="›"/>
            </a:pPr>
            <a:r>
              <a:rPr lang="it-IT" dirty="0">
                <a:solidFill>
                  <a:schemeClr val="tx1">
                    <a:lumMod val="75000"/>
                    <a:lumOff val="25000"/>
                  </a:schemeClr>
                </a:solidFill>
                <a:cs typeface="Segoe UI" panose="020B0502040204020203" pitchFamily="34" charset="0"/>
              </a:rPr>
              <a:t>CS (SS, </a:t>
            </a:r>
            <a:r>
              <a:rPr lang="it-IT" dirty="0" err="1">
                <a:solidFill>
                  <a:schemeClr val="tx1">
                    <a:lumMod val="75000"/>
                    <a:lumOff val="25000"/>
                  </a:schemeClr>
                </a:solidFill>
                <a:cs typeface="Segoe UI" panose="020B0502040204020203" pitchFamily="34" charset="0"/>
              </a:rPr>
              <a:t>nCS</a:t>
            </a:r>
            <a:r>
              <a:rPr lang="it-IT" dirty="0">
                <a:solidFill>
                  <a:schemeClr val="tx1">
                    <a:lumMod val="75000"/>
                    <a:lumOff val="25000"/>
                  </a:schemeClr>
                </a:solidFill>
                <a:cs typeface="Segoe UI" panose="020B0502040204020203" pitchFamily="34" charset="0"/>
              </a:rPr>
              <a:t>, </a:t>
            </a:r>
            <a:r>
              <a:rPr lang="it-IT" dirty="0" err="1">
                <a:solidFill>
                  <a:schemeClr val="tx1">
                    <a:lumMod val="75000"/>
                    <a:lumOff val="25000"/>
                  </a:schemeClr>
                </a:solidFill>
                <a:cs typeface="Segoe UI" panose="020B0502040204020203" pitchFamily="34" charset="0"/>
              </a:rPr>
              <a:t>nSS</a:t>
            </a:r>
            <a:r>
              <a:rPr lang="it-IT" dirty="0">
                <a:solidFill>
                  <a:schemeClr val="tx1">
                    <a:lumMod val="75000"/>
                    <a:lumOff val="25000"/>
                  </a:schemeClr>
                </a:solidFill>
                <a:cs typeface="Segoe UI" panose="020B0502040204020203" pitchFamily="34" charset="0"/>
              </a:rPr>
              <a:t>, STE) – Chip Select utilizzato dal Master per selezionare lo Slave, per avviare la comunicazione lo slave deve essere posto a livello logico basso.</a:t>
            </a:r>
            <a:endParaRPr lang="it-IT" dirty="0"/>
          </a:p>
        </p:txBody>
      </p:sp>
    </p:spTree>
    <p:extLst>
      <p:ext uri="{BB962C8B-B14F-4D97-AF65-F5344CB8AC3E}">
        <p14:creationId xmlns:p14="http://schemas.microsoft.com/office/powerpoint/2010/main" val="25712980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SPI </a:t>
            </a:r>
            <a:r>
              <a:rPr lang="it-IT" sz="2800" b="1" dirty="0" err="1">
                <a:solidFill>
                  <a:schemeClr val="tx1">
                    <a:lumMod val="75000"/>
                    <a:lumOff val="25000"/>
                  </a:schemeClr>
                </a:solidFill>
              </a:rPr>
              <a:t>Protocol</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42" name="CasellaDiTesto 41">
            <a:extLst>
              <a:ext uri="{FF2B5EF4-FFF2-40B4-BE49-F238E27FC236}">
                <a16:creationId xmlns:a16="http://schemas.microsoft.com/office/drawing/2014/main" id="{6786B737-F4EE-7FFC-064F-8C4043A9AE15}"/>
              </a:ext>
            </a:extLst>
          </p:cNvPr>
          <p:cNvSpPr txBox="1"/>
          <p:nvPr/>
        </p:nvSpPr>
        <p:spPr>
          <a:xfrm>
            <a:off x="312168" y="3313725"/>
            <a:ext cx="11651232" cy="3416320"/>
          </a:xfrm>
          <a:prstGeom prst="rect">
            <a:avLst/>
          </a:prstGeom>
          <a:noFill/>
        </p:spPr>
        <p:txBody>
          <a:bodyPr wrap="square" rtlCol="0">
            <a:spAutoFit/>
          </a:bodyPr>
          <a:lstStyle/>
          <a:p>
            <a:r>
              <a:rPr lang="it-IT" dirty="0"/>
              <a:t>Come si può vedere dalla figura sia master che slave sono dotati di un registro a scorrimento connessi circolarmente tramite i segnali MISO e MOSI. In questo modo ad ogni colpo di clock viene scambiato il bit più significativo del proprio registro a scorrimento. Ogni trasferimento è fatto a quanti di byte.</a:t>
            </a:r>
          </a:p>
          <a:p>
            <a:r>
              <a:rPr lang="it-IT" dirty="0"/>
              <a:t>Durante il trasferimento il Master abbasserà la linea CS corrispondente allo Slave desiderato e con il clock farà scorrere sia il proprio registro a scorrimento che quello dello Slave inviando il proprio MSB e ricevendo quello dello Slave. Dopo 8 colpi di clock il registro di uno conterrà il dato presente in precedenza sull’altro.</a:t>
            </a:r>
          </a:p>
          <a:p>
            <a:endParaRPr lang="it-IT" dirty="0"/>
          </a:p>
          <a:p>
            <a:r>
              <a:rPr lang="it-IT" dirty="0"/>
              <a:t>SPI permette anche il </a:t>
            </a:r>
            <a:r>
              <a:rPr lang="it-IT" dirty="0" err="1"/>
              <a:t>daisy</a:t>
            </a:r>
            <a:r>
              <a:rPr lang="it-IT" dirty="0"/>
              <a:t> </a:t>
            </a:r>
            <a:r>
              <a:rPr lang="it-IT" dirty="0" err="1"/>
              <a:t>chaining</a:t>
            </a:r>
            <a:r>
              <a:rPr lang="it-IT" dirty="0"/>
              <a:t> dei dispositivi per usare una sola linea di CS. In questo caso la linea CS viene utilizzata anche per segnalare agli slave quando campionare il proprio registro a scorrimento. Il Master inietta i dati sulla linea MOSI partendo dal bit più significativo da inviare all’ultimo slave. Quando il Master avrà inviato il bit meno significativo del primo slave abiliterà allora la linea CS permettendo il campionamento dei registri a scorrimento.</a:t>
            </a:r>
          </a:p>
          <a:p>
            <a:endParaRPr lang="it-IT" dirty="0"/>
          </a:p>
        </p:txBody>
      </p:sp>
      <p:grpSp>
        <p:nvGrpSpPr>
          <p:cNvPr id="2" name="Gruppo 1">
            <a:extLst>
              <a:ext uri="{FF2B5EF4-FFF2-40B4-BE49-F238E27FC236}">
                <a16:creationId xmlns:a16="http://schemas.microsoft.com/office/drawing/2014/main" id="{A0BF7997-521D-C091-27A8-C6337B2A8958}"/>
              </a:ext>
            </a:extLst>
          </p:cNvPr>
          <p:cNvGrpSpPr/>
          <p:nvPr/>
        </p:nvGrpSpPr>
        <p:grpSpPr>
          <a:xfrm>
            <a:off x="1017289" y="617006"/>
            <a:ext cx="10157423" cy="2566145"/>
            <a:chOff x="607534" y="617006"/>
            <a:chExt cx="10157423" cy="2566145"/>
          </a:xfrm>
        </p:grpSpPr>
        <p:pic>
          <p:nvPicPr>
            <p:cNvPr id="2050" name="Picture 2">
              <a:extLst>
                <a:ext uri="{FF2B5EF4-FFF2-40B4-BE49-F238E27FC236}">
                  <a16:creationId xmlns:a16="http://schemas.microsoft.com/office/drawing/2014/main" id="{265DB3EB-98E0-5244-6AD2-35487A638F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534" y="1028308"/>
              <a:ext cx="4354598" cy="174354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07214FDF-CD5C-2EC4-6D19-1DDAA3CC7C8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28763" y="617006"/>
              <a:ext cx="3236194" cy="256614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786238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SPI </a:t>
            </a:r>
            <a:r>
              <a:rPr lang="it-IT" sz="2800" b="1" dirty="0" err="1">
                <a:solidFill>
                  <a:schemeClr val="tx1">
                    <a:lumMod val="75000"/>
                    <a:lumOff val="25000"/>
                  </a:schemeClr>
                </a:solidFill>
              </a:rPr>
              <a:t>Protocol</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42" name="CasellaDiTesto 41">
            <a:extLst>
              <a:ext uri="{FF2B5EF4-FFF2-40B4-BE49-F238E27FC236}">
                <a16:creationId xmlns:a16="http://schemas.microsoft.com/office/drawing/2014/main" id="{6786B737-F4EE-7FFC-064F-8C4043A9AE15}"/>
              </a:ext>
            </a:extLst>
          </p:cNvPr>
          <p:cNvSpPr txBox="1"/>
          <p:nvPr/>
        </p:nvSpPr>
        <p:spPr>
          <a:xfrm>
            <a:off x="228600" y="4313206"/>
            <a:ext cx="11734800" cy="1200329"/>
          </a:xfrm>
          <a:prstGeom prst="rect">
            <a:avLst/>
          </a:prstGeom>
          <a:noFill/>
        </p:spPr>
        <p:txBody>
          <a:bodyPr wrap="square" rtlCol="0">
            <a:spAutoFit/>
          </a:bodyPr>
          <a:lstStyle/>
          <a:p>
            <a:r>
              <a:rPr lang="it-IT" dirty="0"/>
              <a:t>Il Master può essere configurato in base ai parametri CPOL e CPHA. Il primo indica se la base del clock è 1 o 0. Il secondo invece indica il fronte del clock utilizzato per lo </a:t>
            </a:r>
            <a:r>
              <a:rPr lang="it-IT" dirty="0" err="1"/>
              <a:t>strobe</a:t>
            </a:r>
            <a:r>
              <a:rPr lang="it-IT" dirty="0"/>
              <a:t> del dato. Se CPOL = 0 il dato viene campionato sul fronte di salita se CPHA vale 0, sul fronte di discesa se CPHA vale 1. Viceversa se CPOL = 1 il dato viene campionato sul fronte di discesa se CPHA vale 0, sul fronte di salita se CPHA vale 1.</a:t>
            </a:r>
          </a:p>
        </p:txBody>
      </p:sp>
      <p:pic>
        <p:nvPicPr>
          <p:cNvPr id="3074" name="Picture 2">
            <a:extLst>
              <a:ext uri="{FF2B5EF4-FFF2-40B4-BE49-F238E27FC236}">
                <a16:creationId xmlns:a16="http://schemas.microsoft.com/office/drawing/2014/main" id="{7B0F3461-5E46-C566-661D-C5910DCF6A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1619" y="745650"/>
            <a:ext cx="5119778" cy="29759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75542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73247"/>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Data/</a:t>
            </a:r>
            <a:r>
              <a:rPr lang="it-IT" sz="2800" b="1" dirty="0" err="1">
                <a:solidFill>
                  <a:schemeClr val="tx1">
                    <a:lumMod val="75000"/>
                    <a:lumOff val="25000"/>
                  </a:schemeClr>
                </a:solidFill>
              </a:rPr>
              <a:t>Command</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42" name="CasellaDiTesto 41">
            <a:extLst>
              <a:ext uri="{FF2B5EF4-FFF2-40B4-BE49-F238E27FC236}">
                <a16:creationId xmlns:a16="http://schemas.microsoft.com/office/drawing/2014/main" id="{6786B737-F4EE-7FFC-064F-8C4043A9AE15}"/>
              </a:ext>
            </a:extLst>
          </p:cNvPr>
          <p:cNvSpPr txBox="1"/>
          <p:nvPr/>
        </p:nvSpPr>
        <p:spPr>
          <a:xfrm>
            <a:off x="228600" y="4649788"/>
            <a:ext cx="11734800" cy="2062103"/>
          </a:xfrm>
          <a:prstGeom prst="rect">
            <a:avLst/>
          </a:prstGeom>
          <a:noFill/>
        </p:spPr>
        <p:txBody>
          <a:bodyPr wrap="square" rtlCol="0">
            <a:spAutoFit/>
          </a:bodyPr>
          <a:lstStyle/>
          <a:p>
            <a:r>
              <a:rPr lang="it-IT" sz="1600" dirty="0"/>
              <a:t>Oltre ai collegamenti per il funzionamento del protocollo SPI i display con microcontrollore ST7735 posseggono anche un collegamento per il reset e uno per Data/</a:t>
            </a:r>
            <a:r>
              <a:rPr lang="it-IT" sz="1600" dirty="0" err="1"/>
              <a:t>Command</a:t>
            </a:r>
            <a:r>
              <a:rPr lang="it-IT" sz="1600" dirty="0"/>
              <a:t> (D/CX). Quando vengono ricevuti 8 bit medianti il protocollo SPI questi possono rappresentare sia un comando per il controllore che dei dati da scrivere nella RAM. Il collegamento D/CX viene utilizzato per interpretare i dati ricevuti tramite SPI come comando se la linea è bassa, come dato se questa è alta. Il segnale D/CX viene campionato sul fronte di salita dell’ottavo colpo di clock di SCLK. I comandi sono sempre identificati da 8 bit e possono essere accompagnati da dei parametri che vengono trasmessi nei byte successivi. Tra i vari comandi vale la pena menzionare quelli di RASET e CASET che servono per impostare la finestra di indirizzi di memoria che si vuole modificare prima che venga trasmessa l’informazione cromatica e il comando RAMWR che abilita la scrittura della RAM interna all’interno della finestra impostata con RASET e CASET.</a:t>
            </a:r>
          </a:p>
        </p:txBody>
      </p:sp>
      <p:pic>
        <p:nvPicPr>
          <p:cNvPr id="4" name="Immagine 3">
            <a:extLst>
              <a:ext uri="{FF2B5EF4-FFF2-40B4-BE49-F238E27FC236}">
                <a16:creationId xmlns:a16="http://schemas.microsoft.com/office/drawing/2014/main" id="{D7CD5EF6-F8EA-5ED6-F828-A3CBAC3B9DD8}"/>
              </a:ext>
            </a:extLst>
          </p:cNvPr>
          <p:cNvPicPr>
            <a:picLocks noChangeAspect="1"/>
          </p:cNvPicPr>
          <p:nvPr/>
        </p:nvPicPr>
        <p:blipFill>
          <a:blip r:embed="rId3"/>
          <a:stretch>
            <a:fillRect/>
          </a:stretch>
        </p:blipFill>
        <p:spPr>
          <a:xfrm>
            <a:off x="1750573" y="910696"/>
            <a:ext cx="6965576" cy="3618317"/>
          </a:xfrm>
          <a:prstGeom prst="rect">
            <a:avLst/>
          </a:prstGeom>
        </p:spPr>
      </p:pic>
    </p:spTree>
    <p:extLst>
      <p:ext uri="{BB962C8B-B14F-4D97-AF65-F5344CB8AC3E}">
        <p14:creationId xmlns:p14="http://schemas.microsoft.com/office/powerpoint/2010/main" val="39292539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Architettura interna</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42" name="CasellaDiTesto 41">
            <a:extLst>
              <a:ext uri="{FF2B5EF4-FFF2-40B4-BE49-F238E27FC236}">
                <a16:creationId xmlns:a16="http://schemas.microsoft.com/office/drawing/2014/main" id="{6786B737-F4EE-7FFC-064F-8C4043A9AE15}"/>
              </a:ext>
            </a:extLst>
          </p:cNvPr>
          <p:cNvSpPr txBox="1"/>
          <p:nvPr/>
        </p:nvSpPr>
        <p:spPr>
          <a:xfrm>
            <a:off x="228600" y="4726347"/>
            <a:ext cx="11734800" cy="2031325"/>
          </a:xfrm>
          <a:prstGeom prst="rect">
            <a:avLst/>
          </a:prstGeom>
          <a:noFill/>
        </p:spPr>
        <p:txBody>
          <a:bodyPr wrap="square" rtlCol="0">
            <a:spAutoFit/>
          </a:bodyPr>
          <a:lstStyle/>
          <a:p>
            <a:r>
              <a:rPr lang="it-IT" dirty="0"/>
              <a:t>Il controllore ST7735 è dotato di una RAM statica di 132x162x18-bit. </a:t>
            </a:r>
          </a:p>
          <a:p>
            <a:r>
              <a:rPr lang="it-IT" dirty="0"/>
              <a:t>Quando si vuole trasmettere una nuova immagine viene prima impostata una finestra di indirizzi che viene identificata dai parametri XS e XE per quanto riguarda gli indirizzi colonna, e YS e YE per quanto riguarda gli indirizzi riga, ciò viene fatto con i comandi CASET e RASET visti precedentemente. Quando poi viene trasmessa la nuova informazione cromatica, un contatore di riga e uno di colonna che serviranno ad impostare i colori ricevuti tramite SPI pixel per pixel.  Vi sono poi un contatore di linea e uno di scansione che servono per leggere i l’immagine dalla RAM ed effettuare il refresh dell’immagine sul display.</a:t>
            </a:r>
          </a:p>
        </p:txBody>
      </p:sp>
      <p:pic>
        <p:nvPicPr>
          <p:cNvPr id="3" name="Immagine 2">
            <a:extLst>
              <a:ext uri="{FF2B5EF4-FFF2-40B4-BE49-F238E27FC236}">
                <a16:creationId xmlns:a16="http://schemas.microsoft.com/office/drawing/2014/main" id="{169AB211-4EDD-CCA6-4714-8222959D5C39}"/>
              </a:ext>
            </a:extLst>
          </p:cNvPr>
          <p:cNvPicPr>
            <a:picLocks noChangeAspect="1"/>
          </p:cNvPicPr>
          <p:nvPr/>
        </p:nvPicPr>
        <p:blipFill>
          <a:blip r:embed="rId3"/>
          <a:stretch>
            <a:fillRect/>
          </a:stretch>
        </p:blipFill>
        <p:spPr>
          <a:xfrm>
            <a:off x="4086225" y="664624"/>
            <a:ext cx="3972243" cy="3722940"/>
          </a:xfrm>
          <a:prstGeom prst="rect">
            <a:avLst/>
          </a:prstGeom>
        </p:spPr>
      </p:pic>
    </p:spTree>
    <p:extLst>
      <p:ext uri="{BB962C8B-B14F-4D97-AF65-F5344CB8AC3E}">
        <p14:creationId xmlns:p14="http://schemas.microsoft.com/office/powerpoint/2010/main" val="23711406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Mapping della memoria</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4" name="Immagine 3">
            <a:extLst>
              <a:ext uri="{FF2B5EF4-FFF2-40B4-BE49-F238E27FC236}">
                <a16:creationId xmlns:a16="http://schemas.microsoft.com/office/drawing/2014/main" id="{67D80D83-D38A-4C01-FA46-6BE20061BC70}"/>
              </a:ext>
            </a:extLst>
          </p:cNvPr>
          <p:cNvPicPr>
            <a:picLocks noChangeAspect="1"/>
          </p:cNvPicPr>
          <p:nvPr/>
        </p:nvPicPr>
        <p:blipFill>
          <a:blip r:embed="rId3"/>
          <a:stretch>
            <a:fillRect/>
          </a:stretch>
        </p:blipFill>
        <p:spPr>
          <a:xfrm>
            <a:off x="2566970" y="754599"/>
            <a:ext cx="7058060" cy="5348801"/>
          </a:xfrm>
          <a:prstGeom prst="rect">
            <a:avLst/>
          </a:prstGeom>
        </p:spPr>
      </p:pic>
    </p:spTree>
    <p:extLst>
      <p:ext uri="{BB962C8B-B14F-4D97-AF65-F5344CB8AC3E}">
        <p14:creationId xmlns:p14="http://schemas.microsoft.com/office/powerpoint/2010/main" val="34682481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90500"/>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Mapping della memoria</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3" name="Immagine 2">
            <a:extLst>
              <a:ext uri="{FF2B5EF4-FFF2-40B4-BE49-F238E27FC236}">
                <a16:creationId xmlns:a16="http://schemas.microsoft.com/office/drawing/2014/main" id="{A1550115-5A43-A2D5-FB93-8B788304EB65}"/>
              </a:ext>
            </a:extLst>
          </p:cNvPr>
          <p:cNvPicPr>
            <a:picLocks noChangeAspect="1"/>
          </p:cNvPicPr>
          <p:nvPr/>
        </p:nvPicPr>
        <p:blipFill>
          <a:blip r:embed="rId3"/>
          <a:stretch>
            <a:fillRect/>
          </a:stretch>
        </p:blipFill>
        <p:spPr>
          <a:xfrm>
            <a:off x="661229" y="673718"/>
            <a:ext cx="10869542" cy="5734850"/>
          </a:xfrm>
          <a:prstGeom prst="rect">
            <a:avLst/>
          </a:prstGeom>
        </p:spPr>
      </p:pic>
    </p:spTree>
    <p:extLst>
      <p:ext uri="{BB962C8B-B14F-4D97-AF65-F5344CB8AC3E}">
        <p14:creationId xmlns:p14="http://schemas.microsoft.com/office/powerpoint/2010/main" val="1863658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73247"/>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Pixel Write</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3" name="Immagine 2">
            <a:extLst>
              <a:ext uri="{FF2B5EF4-FFF2-40B4-BE49-F238E27FC236}">
                <a16:creationId xmlns:a16="http://schemas.microsoft.com/office/drawing/2014/main" id="{85C1B96B-DEDD-B657-D94A-C2185F9FFD29}"/>
              </a:ext>
            </a:extLst>
          </p:cNvPr>
          <p:cNvPicPr>
            <a:picLocks noChangeAspect="1"/>
          </p:cNvPicPr>
          <p:nvPr/>
        </p:nvPicPr>
        <p:blipFill>
          <a:blip r:embed="rId3"/>
          <a:stretch>
            <a:fillRect/>
          </a:stretch>
        </p:blipFill>
        <p:spPr>
          <a:xfrm>
            <a:off x="90577" y="1313210"/>
            <a:ext cx="6784676" cy="4231580"/>
          </a:xfrm>
          <a:prstGeom prst="rect">
            <a:avLst/>
          </a:prstGeom>
        </p:spPr>
      </p:pic>
      <p:sp>
        <p:nvSpPr>
          <p:cNvPr id="42" name="CasellaDiTesto 41">
            <a:extLst>
              <a:ext uri="{FF2B5EF4-FFF2-40B4-BE49-F238E27FC236}">
                <a16:creationId xmlns:a16="http://schemas.microsoft.com/office/drawing/2014/main" id="{6786B737-F4EE-7FFC-064F-8C4043A9AE15}"/>
              </a:ext>
            </a:extLst>
          </p:cNvPr>
          <p:cNvSpPr txBox="1"/>
          <p:nvPr/>
        </p:nvSpPr>
        <p:spPr>
          <a:xfrm>
            <a:off x="6694097" y="672860"/>
            <a:ext cx="5497903" cy="5078313"/>
          </a:xfrm>
          <a:prstGeom prst="rect">
            <a:avLst/>
          </a:prstGeom>
          <a:noFill/>
        </p:spPr>
        <p:txBody>
          <a:bodyPr wrap="square" rtlCol="0">
            <a:spAutoFit/>
          </a:bodyPr>
          <a:lstStyle/>
          <a:p>
            <a:r>
              <a:rPr lang="it-IT" dirty="0"/>
              <a:t>Con il formato RGB 5-6-5 trasmettiamo in totale 16 bit tramite il protocollo SPI per modificare il colore </a:t>
            </a:r>
            <a:r>
              <a:rPr lang="it-IT"/>
              <a:t>di un pixel</a:t>
            </a:r>
            <a:r>
              <a:rPr lang="it-IT" dirty="0"/>
              <a:t>. Servono quindi due trasmissioni SPI per trasmettere tutta l’informazione di un colore. Nel primo gruppo di 8 bit vengono trasmessi i 5 bit del canale R e i primi 3 bit del canale G, nel secondo byte vengono trasmessi i restanti 3 bit del canale G e i 5 bit del canale B. In questo caso la linea D/CX è alta durante tutta la trasmissione e chiaramente CS è bassa. Quando le informazioni cromatiche vengono trasmesse queste vengono convertite mediante una look-up </a:t>
            </a:r>
            <a:r>
              <a:rPr lang="it-IT" dirty="0" err="1"/>
              <a:t>table</a:t>
            </a:r>
            <a:r>
              <a:rPr lang="it-IT" dirty="0"/>
              <a:t> in formato RGB 6-6-6. Dopodiché grazie alla finestra di memoria impostata precedentemente con i comandi RASET e CASET avviene la scrittura in RAM dei colori pixel per pixel fruttando i contatori di riga e di colonna visti precedentemente. Al prossimo il refresh la scansione del display mostrerà i nuovi dati in memoria a video.</a:t>
            </a:r>
          </a:p>
        </p:txBody>
      </p:sp>
    </p:spTree>
    <p:extLst>
      <p:ext uri="{BB962C8B-B14F-4D97-AF65-F5344CB8AC3E}">
        <p14:creationId xmlns:p14="http://schemas.microsoft.com/office/powerpoint/2010/main" val="5358235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73247"/>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Sequenza di accensione</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graphicFrame>
        <p:nvGraphicFramePr>
          <p:cNvPr id="2" name="Tabella 3">
            <a:extLst>
              <a:ext uri="{FF2B5EF4-FFF2-40B4-BE49-F238E27FC236}">
                <a16:creationId xmlns:a16="http://schemas.microsoft.com/office/drawing/2014/main" id="{1D3FF876-25CE-12EC-08A0-A9A9ED7CF3BE}"/>
              </a:ext>
            </a:extLst>
          </p:cNvPr>
          <p:cNvGraphicFramePr>
            <a:graphicFrameLocks noGrp="1"/>
          </p:cNvGraphicFramePr>
          <p:nvPr>
            <p:extLst>
              <p:ext uri="{D42A27DB-BD31-4B8C-83A1-F6EECF244321}">
                <p14:modId xmlns:p14="http://schemas.microsoft.com/office/powerpoint/2010/main" val="1436701331"/>
              </p:ext>
            </p:extLst>
          </p:nvPr>
        </p:nvGraphicFramePr>
        <p:xfrm>
          <a:off x="458978" y="700218"/>
          <a:ext cx="11274043" cy="5974080"/>
        </p:xfrm>
        <a:graphic>
          <a:graphicData uri="http://schemas.openxmlformats.org/drawingml/2006/table">
            <a:tbl>
              <a:tblPr firstRow="1" bandRow="1">
                <a:tableStyleId>{EB9631B5-78F2-41C9-869B-9F39066F8104}</a:tableStyleId>
              </a:tblPr>
              <a:tblGrid>
                <a:gridCol w="400050">
                  <a:extLst>
                    <a:ext uri="{9D8B030D-6E8A-4147-A177-3AD203B41FA5}">
                      <a16:colId xmlns:a16="http://schemas.microsoft.com/office/drawing/2014/main" val="2703569198"/>
                    </a:ext>
                  </a:extLst>
                </a:gridCol>
                <a:gridCol w="1852550">
                  <a:extLst>
                    <a:ext uri="{9D8B030D-6E8A-4147-A177-3AD203B41FA5}">
                      <a16:colId xmlns:a16="http://schemas.microsoft.com/office/drawing/2014/main" val="3865003324"/>
                    </a:ext>
                  </a:extLst>
                </a:gridCol>
                <a:gridCol w="728725">
                  <a:extLst>
                    <a:ext uri="{9D8B030D-6E8A-4147-A177-3AD203B41FA5}">
                      <a16:colId xmlns:a16="http://schemas.microsoft.com/office/drawing/2014/main" val="1310276128"/>
                    </a:ext>
                  </a:extLst>
                </a:gridCol>
                <a:gridCol w="3602692">
                  <a:extLst>
                    <a:ext uri="{9D8B030D-6E8A-4147-A177-3AD203B41FA5}">
                      <a16:colId xmlns:a16="http://schemas.microsoft.com/office/drawing/2014/main" val="1834273414"/>
                    </a:ext>
                  </a:extLst>
                </a:gridCol>
                <a:gridCol w="1516324">
                  <a:extLst>
                    <a:ext uri="{9D8B030D-6E8A-4147-A177-3AD203B41FA5}">
                      <a16:colId xmlns:a16="http://schemas.microsoft.com/office/drawing/2014/main" val="2410197347"/>
                    </a:ext>
                  </a:extLst>
                </a:gridCol>
                <a:gridCol w="3173702">
                  <a:extLst>
                    <a:ext uri="{9D8B030D-6E8A-4147-A177-3AD203B41FA5}">
                      <a16:colId xmlns:a16="http://schemas.microsoft.com/office/drawing/2014/main" val="1769939678"/>
                    </a:ext>
                  </a:extLst>
                </a:gridCol>
              </a:tblGrid>
              <a:tr h="240070">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Comando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err="1"/>
                        <a:t>Hex</a:t>
                      </a:r>
                      <a:endParaRPr lang="it-IT" sz="1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Parametri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Delay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Descrizione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103839"/>
                  </a:ext>
                </a:extLst>
              </a:tr>
              <a:tr h="240070">
                <a:tc>
                  <a:txBody>
                    <a:bodyPr/>
                    <a:lstStyle/>
                    <a:p>
                      <a:pPr algn="ctr"/>
                      <a:r>
                        <a:rPr lang="it-IT" sz="10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SWRES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150 </a:t>
                      </a:r>
                      <a:r>
                        <a:rPr lang="it-IT" sz="1000" dirty="0" err="1"/>
                        <a:t>ms</a:t>
                      </a:r>
                      <a:endParaRPr lang="it-IT" sz="1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Software Reset.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99031611"/>
                  </a:ext>
                </a:extLst>
              </a:tr>
              <a:tr h="240070">
                <a:tc>
                  <a:txBody>
                    <a:bodyPr/>
                    <a:lstStyle/>
                    <a:p>
                      <a:pPr algn="ctr"/>
                      <a:r>
                        <a:rPr lang="it-IT" sz="10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SLOUT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255 </a:t>
                      </a:r>
                      <a:r>
                        <a:rPr lang="it-IT" sz="1000" dirty="0" err="1"/>
                        <a:t>ms</a:t>
                      </a:r>
                      <a:endParaRPr lang="it-IT" sz="1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Out of </a:t>
                      </a:r>
                      <a:r>
                        <a:rPr lang="it-IT" sz="1000" dirty="0" err="1"/>
                        <a:t>sleep</a:t>
                      </a:r>
                      <a:r>
                        <a:rPr lang="it-IT" sz="1000" dirty="0"/>
                        <a:t> mode.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75100494"/>
                  </a:ext>
                </a:extLst>
              </a:tr>
              <a:tr h="540158">
                <a:tc>
                  <a:txBody>
                    <a:bodyPr/>
                    <a:lstStyle/>
                    <a:p>
                      <a:pPr algn="ctr"/>
                      <a:r>
                        <a:rPr lang="it-IT" sz="10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FRMCTR1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0xB1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0x01, 0x2C, 0x2D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Frame rate </a:t>
                      </a:r>
                      <a:r>
                        <a:rPr lang="it-IT" sz="1000" dirty="0" err="1"/>
                        <a:t>ctrl</a:t>
                      </a:r>
                      <a:r>
                        <a:rPr lang="it-IT" sz="1000" dirty="0"/>
                        <a:t> – </a:t>
                      </a:r>
                      <a:r>
                        <a:rPr lang="it-IT" sz="1000" dirty="0" err="1"/>
                        <a:t>normal</a:t>
                      </a:r>
                      <a:r>
                        <a:rPr lang="it-IT" sz="1000" dirty="0"/>
                        <a:t> mode. Rate = f/((</a:t>
                      </a:r>
                      <a:r>
                        <a:rPr lang="it-IT" sz="1000" dirty="0" err="1"/>
                        <a:t>args</a:t>
                      </a:r>
                      <a:r>
                        <a:rPr lang="it-IT" sz="1000" dirty="0"/>
                        <a:t>[0]+20)*(128+args[1]+</a:t>
                      </a:r>
                      <a:r>
                        <a:rPr lang="it-IT" sz="1000" dirty="0" err="1"/>
                        <a:t>args</a:t>
                      </a:r>
                      <a:r>
                        <a:rPr lang="it-IT" sz="1000" dirty="0"/>
                        <a:t>[2] = ~60 Hz. F vale 333 </a:t>
                      </a:r>
                      <a:r>
                        <a:rPr lang="it-IT" sz="1000" dirty="0" err="1"/>
                        <a:t>klHz</a:t>
                      </a:r>
                      <a:r>
                        <a:rPr lang="it-IT" sz="1000" dirty="0"/>
                        <a:t>. Imposta il </a:t>
                      </a:r>
                      <a:r>
                        <a:rPr lang="it-IT" sz="1000" dirty="0" err="1"/>
                        <a:t>framerate</a:t>
                      </a:r>
                      <a:r>
                        <a:rPr lang="it-IT" sz="1000" dirty="0"/>
                        <a:t> in </a:t>
                      </a:r>
                      <a:r>
                        <a:rPr lang="it-IT" sz="1000" dirty="0" err="1"/>
                        <a:t>normal</a:t>
                      </a:r>
                      <a:r>
                        <a:rPr lang="it-IT" sz="1000" dirty="0"/>
                        <a:t> mode.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32026292"/>
                  </a:ext>
                </a:extLst>
              </a:tr>
              <a:tr h="240070">
                <a:tc>
                  <a:txBody>
                    <a:bodyPr/>
                    <a:lstStyle/>
                    <a:p>
                      <a:pPr algn="ctr"/>
                      <a:r>
                        <a:rPr lang="it-IT" sz="10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FRMCTR2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0xB2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000" dirty="0"/>
                        <a:t>0x01, 0x2C, 0x2D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Frame rate </a:t>
                      </a:r>
                      <a:r>
                        <a:rPr lang="it-IT" sz="1000" dirty="0" err="1"/>
                        <a:t>ctrl</a:t>
                      </a:r>
                      <a:r>
                        <a:rPr lang="it-IT" sz="1000" dirty="0"/>
                        <a:t> – </a:t>
                      </a:r>
                      <a:r>
                        <a:rPr lang="it-IT" sz="1000" dirty="0" err="1"/>
                        <a:t>idle</a:t>
                      </a:r>
                      <a:r>
                        <a:rPr lang="it-IT" sz="1000" dirty="0"/>
                        <a:t> mode.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66554955"/>
                  </a:ext>
                </a:extLst>
              </a:tr>
              <a:tr h="240070">
                <a:tc>
                  <a:txBody>
                    <a:bodyPr/>
                    <a:lstStyle/>
                    <a:p>
                      <a:pPr algn="ctr"/>
                      <a:r>
                        <a:rPr lang="it-IT" sz="10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FRMCTR3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0xB3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000" dirty="0"/>
                        <a:t>0x01, 0x2C, 0x2D, 0x01, 0x2C, 0x2D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Frame rate dot </a:t>
                      </a:r>
                      <a:r>
                        <a:rPr lang="it-IT" sz="1000" dirty="0" err="1"/>
                        <a:t>inversion</a:t>
                      </a:r>
                      <a:r>
                        <a:rPr lang="it-IT" sz="1000" dirty="0"/>
                        <a:t> e line </a:t>
                      </a:r>
                      <a:r>
                        <a:rPr lang="it-IT" sz="1000" dirty="0" err="1"/>
                        <a:t>inversion</a:t>
                      </a:r>
                      <a:r>
                        <a:rPr lang="it-IT" sz="1000" dirty="0"/>
                        <a:t> mode.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38775289"/>
                  </a:ext>
                </a:extLst>
              </a:tr>
              <a:tr h="240070">
                <a:tc>
                  <a:txBody>
                    <a:bodyPr/>
                    <a:lstStyle/>
                    <a:p>
                      <a:pPr algn="ctr"/>
                      <a:r>
                        <a:rPr lang="it-IT" sz="10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INVCTR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0xB4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0x07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Disattiva inversione refresh display.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06766899"/>
                  </a:ext>
                </a:extLst>
              </a:tr>
              <a:tr h="240070">
                <a:tc>
                  <a:txBody>
                    <a:bodyPr/>
                    <a:lstStyle/>
                    <a:p>
                      <a:pPr algn="ctr"/>
                      <a:r>
                        <a:rPr lang="it-IT" sz="10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PWCTR1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0xC0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0xA2, 0x02, 0x84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rowSpan="6">
                  <a:txBody>
                    <a:bodyPr/>
                    <a:lstStyle/>
                    <a:p>
                      <a:pPr algn="ctr"/>
                      <a:r>
                        <a:rPr lang="it-IT" sz="1000" dirty="0"/>
                        <a:t>Power control.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573009"/>
                  </a:ext>
                </a:extLst>
              </a:tr>
              <a:tr h="240070">
                <a:tc>
                  <a:txBody>
                    <a:bodyPr/>
                    <a:lstStyle/>
                    <a:p>
                      <a:pPr algn="ctr"/>
                      <a:r>
                        <a:rPr lang="it-IT" sz="10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PWCTR2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0xC1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0xC5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vMerge="1">
                  <a:txBody>
                    <a:bodyPr/>
                    <a:lstStyle/>
                    <a:p>
                      <a:pPr algn="ctr"/>
                      <a:endParaRPr lang="it-IT" sz="11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15058655"/>
                  </a:ext>
                </a:extLst>
              </a:tr>
              <a:tr h="240070">
                <a:tc>
                  <a:txBody>
                    <a:bodyPr/>
                    <a:lstStyle/>
                    <a:p>
                      <a:pPr algn="ctr"/>
                      <a:r>
                        <a:rPr lang="it-IT" sz="1000" dirty="0"/>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PWCTR3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0xC2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0x0A, 0x00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vMerge="1">
                  <a:txBody>
                    <a:bodyPr/>
                    <a:lstStyle/>
                    <a:p>
                      <a:pPr algn="ctr"/>
                      <a:endParaRPr lang="it-IT" sz="11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96502920"/>
                  </a:ext>
                </a:extLst>
              </a:tr>
              <a:tr h="240070">
                <a:tc>
                  <a:txBody>
                    <a:bodyPr/>
                    <a:lstStyle/>
                    <a:p>
                      <a:pPr algn="ctr"/>
                      <a:r>
                        <a:rPr lang="it-IT" sz="1000"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PWCTR4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0xC3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0x8A, 0x2A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vMerge="1">
                  <a:txBody>
                    <a:bodyPr/>
                    <a:lstStyle/>
                    <a:p>
                      <a:pPr algn="ctr"/>
                      <a:endParaRPr lang="it-IT" sz="11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42997846"/>
                  </a:ext>
                </a:extLst>
              </a:tr>
              <a:tr h="240070">
                <a:tc>
                  <a:txBody>
                    <a:bodyPr/>
                    <a:lstStyle/>
                    <a:p>
                      <a:pPr algn="ctr"/>
                      <a:r>
                        <a:rPr lang="it-IT" sz="1000" dirty="0"/>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PWCTR5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0xC4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0x8A, 0xEE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vMerge="1">
                  <a:txBody>
                    <a:bodyPr/>
                    <a:lstStyle/>
                    <a:p>
                      <a:pPr algn="ctr"/>
                      <a:endParaRPr lang="it-IT" sz="11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3437321"/>
                  </a:ext>
                </a:extLst>
              </a:tr>
              <a:tr h="240070">
                <a:tc>
                  <a:txBody>
                    <a:bodyPr/>
                    <a:lstStyle/>
                    <a:p>
                      <a:pPr algn="ctr"/>
                      <a:r>
                        <a:rPr lang="it-IT" sz="10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VMCTR1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0xC5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0x0E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vMerge="1">
                  <a:txBody>
                    <a:bodyPr/>
                    <a:lstStyle/>
                    <a:p>
                      <a:pPr algn="ctr"/>
                      <a:endParaRPr lang="it-IT" sz="11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12208172"/>
                  </a:ext>
                </a:extLst>
              </a:tr>
              <a:tr h="240070">
                <a:tc>
                  <a:txBody>
                    <a:bodyPr/>
                    <a:lstStyle/>
                    <a:p>
                      <a:pPr algn="ctr"/>
                      <a:r>
                        <a:rPr lang="it-IT" sz="1000" dirty="0"/>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INVOFF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Non invertire display.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00206368"/>
                  </a:ext>
                </a:extLst>
              </a:tr>
              <a:tr h="240070">
                <a:tc>
                  <a:txBody>
                    <a:bodyPr/>
                    <a:lstStyle/>
                    <a:p>
                      <a:pPr algn="ctr"/>
                      <a:r>
                        <a:rPr lang="it-IT" sz="10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MADCTL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0xC0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Refresh dal basso verso l’alto. Rotazione normale.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11732431"/>
                  </a:ext>
                </a:extLst>
              </a:tr>
              <a:tr h="240070">
                <a:tc>
                  <a:txBody>
                    <a:bodyPr/>
                    <a:lstStyle/>
                    <a:p>
                      <a:pPr algn="ctr"/>
                      <a:r>
                        <a:rPr lang="it-IT" sz="10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COLMOD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0x3A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Modalità colore RGB 5-6-5 16 bit.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706209"/>
                  </a:ext>
                </a:extLst>
              </a:tr>
              <a:tr h="240070">
                <a:tc>
                  <a:txBody>
                    <a:bodyPr/>
                    <a:lstStyle/>
                    <a:p>
                      <a:pPr algn="ctr"/>
                      <a:r>
                        <a:rPr lang="it-IT" sz="1000" dirty="0"/>
                        <a:t>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CASET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0x2A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0x00, 0x00, 0x00, 0x7F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err="1"/>
                        <a:t>Column</a:t>
                      </a:r>
                      <a:r>
                        <a:rPr lang="it-IT" sz="1000" dirty="0"/>
                        <a:t> </a:t>
                      </a:r>
                      <a:r>
                        <a:rPr lang="it-IT" sz="1000" dirty="0" err="1"/>
                        <a:t>Address</a:t>
                      </a:r>
                      <a:r>
                        <a:rPr lang="it-IT" sz="1000" dirty="0"/>
                        <a:t> Set.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3439191"/>
                  </a:ext>
                </a:extLst>
              </a:tr>
              <a:tr h="240070">
                <a:tc>
                  <a:txBody>
                    <a:bodyPr/>
                    <a:lstStyle/>
                    <a:p>
                      <a:pPr algn="ctr"/>
                      <a:r>
                        <a:rPr lang="it-IT" sz="1000" dirty="0"/>
                        <a:t>18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RASET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0x2B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0x00, 0x00, 0x00, 0x9F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err="1"/>
                        <a:t>Row</a:t>
                      </a:r>
                      <a:r>
                        <a:rPr lang="it-IT" sz="1000" dirty="0"/>
                        <a:t> </a:t>
                      </a:r>
                      <a:r>
                        <a:rPr lang="it-IT" sz="1000" dirty="0" err="1"/>
                        <a:t>Address</a:t>
                      </a:r>
                      <a:r>
                        <a:rPr lang="it-IT" sz="1000" dirty="0"/>
                        <a:t> Set.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29528005"/>
                  </a:ext>
                </a:extLst>
              </a:tr>
              <a:tr h="390114">
                <a:tc>
                  <a:txBody>
                    <a:bodyPr/>
                    <a:lstStyle/>
                    <a:p>
                      <a:pPr algn="ctr"/>
                      <a:r>
                        <a:rPr lang="it-IT" sz="1000" dirty="0"/>
                        <a:t>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GMCTRP1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0xE0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kern="1200" dirty="0">
                          <a:solidFill>
                            <a:schemeClr val="dk1"/>
                          </a:solidFill>
                          <a:latin typeface="+mn-lt"/>
                          <a:ea typeface="+mn-ea"/>
                          <a:cs typeface="+mn-cs"/>
                        </a:rPr>
                        <a:t>0x02, 0x1C, 0x07, 0x12, 0x37, 0x32, 0x29, 0x2D,  0x29, 0x25, 0x2B, 0x39, 0x00, 0x01, 0x03, 0x10</a:t>
                      </a:r>
                      <a:endParaRPr lang="it-IT" sz="1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Correzione gamma (polarità positiva).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8958910"/>
                  </a:ext>
                </a:extLst>
              </a:tr>
              <a:tr h="390114">
                <a:tc>
                  <a:txBody>
                    <a:bodyPr/>
                    <a:lstStyle/>
                    <a:p>
                      <a:pPr algn="ctr"/>
                      <a:r>
                        <a:rPr lang="it-IT" sz="1000"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GMCTRN1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0xE1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kern="1200" dirty="0">
                          <a:solidFill>
                            <a:schemeClr val="dk1"/>
                          </a:solidFill>
                          <a:latin typeface="+mn-lt"/>
                          <a:ea typeface="+mn-ea"/>
                          <a:cs typeface="+mn-cs"/>
                        </a:rPr>
                        <a:t>0x03, 0x1D, 0x07, 0x06, 0x2E, 0x2C, 0x29, 0x2D, 0x2E, 0x2E, 0x37, 0x3F, 0x00, 0x00, 0x02, 0x10</a:t>
                      </a:r>
                      <a:endParaRPr lang="it-IT" sz="1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Correzione gamma (polarità negativa).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62612877"/>
                  </a:ext>
                </a:extLst>
              </a:tr>
              <a:tr h="240070">
                <a:tc>
                  <a:txBody>
                    <a:bodyPr/>
                    <a:lstStyle/>
                    <a:p>
                      <a:pPr algn="ctr"/>
                      <a:r>
                        <a:rPr lang="it-IT" sz="1000" dirty="0"/>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NORON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10 </a:t>
                      </a:r>
                      <a:r>
                        <a:rPr lang="it-IT" sz="1000" dirty="0" err="1"/>
                        <a:t>ms</a:t>
                      </a:r>
                      <a:endParaRPr lang="it-IT" sz="1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err="1"/>
                        <a:t>Normal</a:t>
                      </a:r>
                      <a:r>
                        <a:rPr lang="it-IT" sz="1000" dirty="0"/>
                        <a:t> display 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41645554"/>
                  </a:ext>
                </a:extLst>
              </a:tr>
              <a:tr h="233340">
                <a:tc>
                  <a:txBody>
                    <a:bodyPr/>
                    <a:lstStyle/>
                    <a:p>
                      <a:pPr algn="ctr"/>
                      <a:r>
                        <a:rPr lang="it-IT" sz="1000" dirty="0"/>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DISPON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0x29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100 </a:t>
                      </a:r>
                      <a:r>
                        <a:rPr lang="it-IT" sz="1000" dirty="0" err="1"/>
                        <a:t>ms</a:t>
                      </a:r>
                      <a:endParaRPr lang="it-IT" sz="1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000" dirty="0"/>
                        <a:t>Schermo principale 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54217042"/>
                  </a:ext>
                </a:extLst>
              </a:tr>
            </a:tbl>
          </a:graphicData>
        </a:graphic>
      </p:graphicFrame>
    </p:spTree>
    <p:extLst>
      <p:ext uri="{BB962C8B-B14F-4D97-AF65-F5344CB8AC3E}">
        <p14:creationId xmlns:p14="http://schemas.microsoft.com/office/powerpoint/2010/main" val="214871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73247"/>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ST7735: codice per STM32</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grpSp>
        <p:nvGrpSpPr>
          <p:cNvPr id="12" name="Gruppo 11">
            <a:extLst>
              <a:ext uri="{FF2B5EF4-FFF2-40B4-BE49-F238E27FC236}">
                <a16:creationId xmlns:a16="http://schemas.microsoft.com/office/drawing/2014/main" id="{EB2E264C-F9C6-96EE-EFCF-BE486637DB7A}"/>
              </a:ext>
            </a:extLst>
          </p:cNvPr>
          <p:cNvGrpSpPr/>
          <p:nvPr/>
        </p:nvGrpSpPr>
        <p:grpSpPr>
          <a:xfrm>
            <a:off x="3228575" y="1114334"/>
            <a:ext cx="5497903" cy="1733794"/>
            <a:chOff x="3228575" y="1114334"/>
            <a:chExt cx="5497903" cy="1733794"/>
          </a:xfrm>
        </p:grpSpPr>
        <p:pic>
          <p:nvPicPr>
            <p:cNvPr id="4" name="Immagine 3">
              <a:extLst>
                <a:ext uri="{FF2B5EF4-FFF2-40B4-BE49-F238E27FC236}">
                  <a16:creationId xmlns:a16="http://schemas.microsoft.com/office/drawing/2014/main" id="{3F366FA6-B2A0-C422-6001-C9C73A156184}"/>
                </a:ext>
              </a:extLst>
            </p:cNvPr>
            <p:cNvPicPr>
              <a:picLocks noChangeAspect="1"/>
            </p:cNvPicPr>
            <p:nvPr/>
          </p:nvPicPr>
          <p:blipFill>
            <a:blip r:embed="rId3"/>
            <a:stretch>
              <a:fillRect/>
            </a:stretch>
          </p:blipFill>
          <p:spPr>
            <a:xfrm>
              <a:off x="3457812" y="1114334"/>
              <a:ext cx="5039428" cy="1295581"/>
            </a:xfrm>
            <a:prstGeom prst="rect">
              <a:avLst/>
            </a:prstGeom>
          </p:spPr>
        </p:pic>
        <p:sp>
          <p:nvSpPr>
            <p:cNvPr id="13" name="CasellaDiTesto 12">
              <a:extLst>
                <a:ext uri="{FF2B5EF4-FFF2-40B4-BE49-F238E27FC236}">
                  <a16:creationId xmlns:a16="http://schemas.microsoft.com/office/drawing/2014/main" id="{F9B482F3-8EAE-5CEA-E9A4-78534C899A51}"/>
                </a:ext>
              </a:extLst>
            </p:cNvPr>
            <p:cNvSpPr txBox="1"/>
            <p:nvPr/>
          </p:nvSpPr>
          <p:spPr>
            <a:xfrm>
              <a:off x="3228575" y="2586518"/>
              <a:ext cx="5497903" cy="261610"/>
            </a:xfrm>
            <a:prstGeom prst="rect">
              <a:avLst/>
            </a:prstGeom>
            <a:noFill/>
          </p:spPr>
          <p:txBody>
            <a:bodyPr wrap="square" rtlCol="0">
              <a:spAutoFit/>
            </a:bodyPr>
            <a:lstStyle/>
            <a:p>
              <a:pPr algn="ctr"/>
              <a:r>
                <a:rPr lang="it-IT" sz="1100" b="1" dirty="0"/>
                <a:t>Funzioni </a:t>
              </a:r>
              <a:r>
                <a:rPr lang="it-IT" sz="1100" b="1" dirty="0" err="1"/>
                <a:t>WriteCommand</a:t>
              </a:r>
              <a:r>
                <a:rPr lang="it-IT" sz="1100" b="1" dirty="0"/>
                <a:t> e </a:t>
              </a:r>
              <a:r>
                <a:rPr lang="it-IT" sz="1100" b="1" dirty="0" err="1"/>
                <a:t>WriteData</a:t>
              </a:r>
              <a:endParaRPr lang="it-IT" sz="1100" b="1" dirty="0"/>
            </a:p>
          </p:txBody>
        </p:sp>
      </p:grpSp>
      <p:grpSp>
        <p:nvGrpSpPr>
          <p:cNvPr id="17" name="Gruppo 16">
            <a:extLst>
              <a:ext uri="{FF2B5EF4-FFF2-40B4-BE49-F238E27FC236}">
                <a16:creationId xmlns:a16="http://schemas.microsoft.com/office/drawing/2014/main" id="{2413747F-11F4-E3E5-0650-49B3720B5400}"/>
              </a:ext>
            </a:extLst>
          </p:cNvPr>
          <p:cNvGrpSpPr/>
          <p:nvPr/>
        </p:nvGrpSpPr>
        <p:grpSpPr>
          <a:xfrm>
            <a:off x="568496" y="3429000"/>
            <a:ext cx="11055008" cy="2807610"/>
            <a:chOff x="450022" y="3024731"/>
            <a:chExt cx="11055008" cy="2807610"/>
          </a:xfrm>
        </p:grpSpPr>
        <p:grpSp>
          <p:nvGrpSpPr>
            <p:cNvPr id="15" name="Gruppo 14">
              <a:extLst>
                <a:ext uri="{FF2B5EF4-FFF2-40B4-BE49-F238E27FC236}">
                  <a16:creationId xmlns:a16="http://schemas.microsoft.com/office/drawing/2014/main" id="{B392F01B-A3E2-8293-3B1D-56EB1C847A25}"/>
                </a:ext>
              </a:extLst>
            </p:cNvPr>
            <p:cNvGrpSpPr/>
            <p:nvPr/>
          </p:nvGrpSpPr>
          <p:grpSpPr>
            <a:xfrm>
              <a:off x="450022" y="3024731"/>
              <a:ext cx="11055008" cy="2546000"/>
              <a:chOff x="361150" y="3505047"/>
              <a:chExt cx="11055008" cy="2546000"/>
            </a:xfrm>
          </p:grpSpPr>
          <p:pic>
            <p:nvPicPr>
              <p:cNvPr id="6" name="Immagine 5">
                <a:extLst>
                  <a:ext uri="{FF2B5EF4-FFF2-40B4-BE49-F238E27FC236}">
                    <a16:creationId xmlns:a16="http://schemas.microsoft.com/office/drawing/2014/main" id="{E10F2FFF-0365-9EF5-DE32-311C2005CA31}"/>
                  </a:ext>
                </a:extLst>
              </p:cNvPr>
              <p:cNvPicPr>
                <a:picLocks noChangeAspect="1"/>
              </p:cNvPicPr>
              <p:nvPr/>
            </p:nvPicPr>
            <p:blipFill>
              <a:blip r:embed="rId4"/>
              <a:stretch>
                <a:fillRect/>
              </a:stretch>
            </p:blipFill>
            <p:spPr>
              <a:xfrm>
                <a:off x="361150" y="3505047"/>
                <a:ext cx="5734850" cy="2191056"/>
              </a:xfrm>
              <a:prstGeom prst="rect">
                <a:avLst/>
              </a:prstGeom>
            </p:spPr>
          </p:pic>
          <p:pic>
            <p:nvPicPr>
              <p:cNvPr id="10" name="Immagine 9">
                <a:extLst>
                  <a:ext uri="{FF2B5EF4-FFF2-40B4-BE49-F238E27FC236}">
                    <a16:creationId xmlns:a16="http://schemas.microsoft.com/office/drawing/2014/main" id="{11F6909F-2CDC-1392-9B57-7F0A81A28780}"/>
                  </a:ext>
                </a:extLst>
              </p:cNvPr>
              <p:cNvPicPr>
                <a:picLocks noChangeAspect="1"/>
              </p:cNvPicPr>
              <p:nvPr/>
            </p:nvPicPr>
            <p:blipFill>
              <a:blip r:embed="rId5"/>
              <a:stretch>
                <a:fillRect/>
              </a:stretch>
            </p:blipFill>
            <p:spPr>
              <a:xfrm>
                <a:off x="6376730" y="3505047"/>
                <a:ext cx="5039428" cy="2546000"/>
              </a:xfrm>
              <a:prstGeom prst="rect">
                <a:avLst/>
              </a:prstGeom>
            </p:spPr>
          </p:pic>
        </p:grpSp>
        <p:sp>
          <p:nvSpPr>
            <p:cNvPr id="16" name="CasellaDiTesto 15">
              <a:extLst>
                <a:ext uri="{FF2B5EF4-FFF2-40B4-BE49-F238E27FC236}">
                  <a16:creationId xmlns:a16="http://schemas.microsoft.com/office/drawing/2014/main" id="{28FE5887-9CC8-4378-53AF-AA69CB8AEAE3}"/>
                </a:ext>
              </a:extLst>
            </p:cNvPr>
            <p:cNvSpPr txBox="1"/>
            <p:nvPr/>
          </p:nvSpPr>
          <p:spPr>
            <a:xfrm>
              <a:off x="3190475" y="5570731"/>
              <a:ext cx="5497903" cy="261610"/>
            </a:xfrm>
            <a:prstGeom prst="rect">
              <a:avLst/>
            </a:prstGeom>
            <a:noFill/>
          </p:spPr>
          <p:txBody>
            <a:bodyPr wrap="square" rtlCol="0">
              <a:spAutoFit/>
            </a:bodyPr>
            <a:lstStyle/>
            <a:p>
              <a:pPr algn="ctr"/>
              <a:r>
                <a:rPr lang="it-IT" sz="1100" b="1" dirty="0"/>
                <a:t>Funzioni </a:t>
              </a:r>
              <a:r>
                <a:rPr lang="it-IT" sz="1100" b="1" dirty="0" err="1"/>
                <a:t>SetAddressWindow</a:t>
              </a:r>
              <a:r>
                <a:rPr lang="it-IT" sz="1100" b="1" dirty="0"/>
                <a:t> e </a:t>
              </a:r>
              <a:r>
                <a:rPr lang="it-IT" sz="1100" b="1" dirty="0" err="1"/>
                <a:t>FillRectangle</a:t>
              </a:r>
              <a:endParaRPr lang="it-IT" sz="1100" b="1" dirty="0"/>
            </a:p>
          </p:txBody>
        </p:sp>
      </p:grpSp>
    </p:spTree>
    <p:extLst>
      <p:ext uri="{BB962C8B-B14F-4D97-AF65-F5344CB8AC3E}">
        <p14:creationId xmlns:p14="http://schemas.microsoft.com/office/powerpoint/2010/main" val="9157188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73247"/>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err="1">
                <a:solidFill>
                  <a:schemeClr val="tx1">
                    <a:lumMod val="75000"/>
                    <a:lumOff val="25000"/>
                  </a:schemeClr>
                </a:solidFill>
              </a:rPr>
              <a:t>AndroidMote</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7" name="Immagine 6">
            <a:extLst>
              <a:ext uri="{FF2B5EF4-FFF2-40B4-BE49-F238E27FC236}">
                <a16:creationId xmlns:a16="http://schemas.microsoft.com/office/drawing/2014/main" id="{5D24477C-8656-D96E-A1F5-F6530423D7AB}"/>
              </a:ext>
            </a:extLst>
          </p:cNvPr>
          <p:cNvPicPr>
            <a:picLocks noChangeAspect="1"/>
          </p:cNvPicPr>
          <p:nvPr/>
        </p:nvPicPr>
        <p:blipFill>
          <a:blip r:embed="rId3"/>
          <a:stretch>
            <a:fillRect/>
          </a:stretch>
        </p:blipFill>
        <p:spPr>
          <a:xfrm>
            <a:off x="3095625" y="960906"/>
            <a:ext cx="6000750" cy="2829817"/>
          </a:xfrm>
          <a:prstGeom prst="rect">
            <a:avLst/>
          </a:prstGeom>
        </p:spPr>
      </p:pic>
      <p:sp>
        <p:nvSpPr>
          <p:cNvPr id="18" name="CasellaDiTesto 17">
            <a:extLst>
              <a:ext uri="{FF2B5EF4-FFF2-40B4-BE49-F238E27FC236}">
                <a16:creationId xmlns:a16="http://schemas.microsoft.com/office/drawing/2014/main" id="{E40504D6-1FAC-FB25-BEB7-29D2003774F4}"/>
              </a:ext>
            </a:extLst>
          </p:cNvPr>
          <p:cNvSpPr txBox="1"/>
          <p:nvPr/>
        </p:nvSpPr>
        <p:spPr>
          <a:xfrm>
            <a:off x="1064822" y="4190584"/>
            <a:ext cx="9660328" cy="2308324"/>
          </a:xfrm>
          <a:prstGeom prst="rect">
            <a:avLst/>
          </a:prstGeom>
          <a:noFill/>
        </p:spPr>
        <p:txBody>
          <a:bodyPr wrap="square" rtlCol="0">
            <a:spAutoFit/>
          </a:bodyPr>
          <a:lstStyle/>
          <a:p>
            <a:r>
              <a:rPr lang="it-IT" dirty="0" err="1"/>
              <a:t>AndroidMote</a:t>
            </a:r>
            <a:r>
              <a:rPr lang="it-IT" dirty="0"/>
              <a:t> è l’applicazione realizzata per utilizzare il telefono come dispositivo di puntamento. L’interfaccia è composta dall’anteprima della fotocamera accompagnata da una barra a scorrimento verticale che include i controlli per l’elaborazione dell’immagine e la connettività Bluetooth. Per la realizzazione dell’elaborazione delle immagini è stata utilizzata la libreria </a:t>
            </a:r>
            <a:r>
              <a:rPr lang="it-IT" dirty="0" err="1"/>
              <a:t>OpenCV</a:t>
            </a:r>
            <a:r>
              <a:rPr lang="it-IT" dirty="0"/>
              <a:t>, mentre è stata sfruttata una libreria anche per la connettività Bluetooth sfruttando il profilo SPP.</a:t>
            </a:r>
          </a:p>
          <a:p>
            <a:r>
              <a:rPr lang="it-IT" dirty="0"/>
              <a:t>Tra i controlli abbiamo la possibilità di cambiare la modalità dell’anteprima, di modificare la soglia di luminosità per la rilevazione dei punti luminosi, la regolazione della sfocatura gaussiana e l’attivazione/disattivazione delle </a:t>
            </a:r>
            <a:r>
              <a:rPr lang="it-IT" dirty="0" err="1"/>
              <a:t>bounding</a:t>
            </a:r>
            <a:r>
              <a:rPr lang="it-IT" dirty="0"/>
              <a:t> box.</a:t>
            </a:r>
          </a:p>
        </p:txBody>
      </p:sp>
    </p:spTree>
    <p:extLst>
      <p:ext uri="{BB962C8B-B14F-4D97-AF65-F5344CB8AC3E}">
        <p14:creationId xmlns:p14="http://schemas.microsoft.com/office/powerpoint/2010/main" val="1840374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73247"/>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err="1">
                <a:solidFill>
                  <a:schemeClr val="tx1">
                    <a:lumMod val="75000"/>
                    <a:lumOff val="25000"/>
                  </a:schemeClr>
                </a:solidFill>
              </a:rPr>
              <a:t>OpenCV</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5" name="Immagine 4">
            <a:extLst>
              <a:ext uri="{FF2B5EF4-FFF2-40B4-BE49-F238E27FC236}">
                <a16:creationId xmlns:a16="http://schemas.microsoft.com/office/drawing/2014/main" id="{96929AF0-94D3-FCDD-B035-8318E2161062}"/>
              </a:ext>
            </a:extLst>
          </p:cNvPr>
          <p:cNvPicPr>
            <a:picLocks noChangeAspect="1"/>
          </p:cNvPicPr>
          <p:nvPr/>
        </p:nvPicPr>
        <p:blipFill>
          <a:blip r:embed="rId3"/>
          <a:stretch>
            <a:fillRect/>
          </a:stretch>
        </p:blipFill>
        <p:spPr>
          <a:xfrm>
            <a:off x="450190" y="997135"/>
            <a:ext cx="2239732" cy="1679799"/>
          </a:xfrm>
          <a:prstGeom prst="rect">
            <a:avLst/>
          </a:prstGeom>
        </p:spPr>
      </p:pic>
      <p:pic>
        <p:nvPicPr>
          <p:cNvPr id="10" name="Immagine 9">
            <a:extLst>
              <a:ext uri="{FF2B5EF4-FFF2-40B4-BE49-F238E27FC236}">
                <a16:creationId xmlns:a16="http://schemas.microsoft.com/office/drawing/2014/main" id="{90BFA383-5203-24F4-83F1-26D386F702D1}"/>
              </a:ext>
            </a:extLst>
          </p:cNvPr>
          <p:cNvPicPr>
            <a:picLocks noChangeAspect="1"/>
          </p:cNvPicPr>
          <p:nvPr/>
        </p:nvPicPr>
        <p:blipFill>
          <a:blip r:embed="rId4"/>
          <a:stretch>
            <a:fillRect/>
          </a:stretch>
        </p:blipFill>
        <p:spPr>
          <a:xfrm>
            <a:off x="3380295" y="997135"/>
            <a:ext cx="2239731" cy="1679798"/>
          </a:xfrm>
          <a:prstGeom prst="rect">
            <a:avLst/>
          </a:prstGeom>
        </p:spPr>
      </p:pic>
      <p:pic>
        <p:nvPicPr>
          <p:cNvPr id="13" name="Immagine 12">
            <a:extLst>
              <a:ext uri="{FF2B5EF4-FFF2-40B4-BE49-F238E27FC236}">
                <a16:creationId xmlns:a16="http://schemas.microsoft.com/office/drawing/2014/main" id="{698FD0F1-C3E8-D28A-CA07-499E8B78E8FF}"/>
              </a:ext>
            </a:extLst>
          </p:cNvPr>
          <p:cNvPicPr>
            <a:picLocks noChangeAspect="1"/>
          </p:cNvPicPr>
          <p:nvPr/>
        </p:nvPicPr>
        <p:blipFill>
          <a:blip r:embed="rId5"/>
          <a:stretch>
            <a:fillRect/>
          </a:stretch>
        </p:blipFill>
        <p:spPr>
          <a:xfrm>
            <a:off x="6310399" y="997135"/>
            <a:ext cx="2239732" cy="1679799"/>
          </a:xfrm>
          <a:prstGeom prst="rect">
            <a:avLst/>
          </a:prstGeom>
        </p:spPr>
      </p:pic>
      <p:pic>
        <p:nvPicPr>
          <p:cNvPr id="16" name="Immagine 15">
            <a:extLst>
              <a:ext uri="{FF2B5EF4-FFF2-40B4-BE49-F238E27FC236}">
                <a16:creationId xmlns:a16="http://schemas.microsoft.com/office/drawing/2014/main" id="{04CEE3B2-5D1E-C0D4-F1DF-9B6A3C67AB3B}"/>
              </a:ext>
            </a:extLst>
          </p:cNvPr>
          <p:cNvPicPr>
            <a:picLocks noChangeAspect="1"/>
          </p:cNvPicPr>
          <p:nvPr/>
        </p:nvPicPr>
        <p:blipFill>
          <a:blip r:embed="rId6"/>
          <a:stretch>
            <a:fillRect/>
          </a:stretch>
        </p:blipFill>
        <p:spPr>
          <a:xfrm>
            <a:off x="9240506" y="997135"/>
            <a:ext cx="2239732" cy="1679799"/>
          </a:xfrm>
          <a:prstGeom prst="rect">
            <a:avLst/>
          </a:prstGeom>
        </p:spPr>
      </p:pic>
      <p:sp>
        <p:nvSpPr>
          <p:cNvPr id="17" name="Freccia a destra 16">
            <a:extLst>
              <a:ext uri="{FF2B5EF4-FFF2-40B4-BE49-F238E27FC236}">
                <a16:creationId xmlns:a16="http://schemas.microsoft.com/office/drawing/2014/main" id="{F1083007-BFAF-6DC0-C0A3-333EE2C73846}"/>
              </a:ext>
            </a:extLst>
          </p:cNvPr>
          <p:cNvSpPr/>
          <p:nvPr/>
        </p:nvSpPr>
        <p:spPr>
          <a:xfrm>
            <a:off x="2836701" y="1724891"/>
            <a:ext cx="396815" cy="224287"/>
          </a:xfrm>
          <a:prstGeom prst="rightArrow">
            <a:avLst/>
          </a:prstGeom>
          <a:solidFill>
            <a:schemeClr val="accent3">
              <a:lumMod val="7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it-IT"/>
          </a:p>
        </p:txBody>
      </p:sp>
      <p:sp>
        <p:nvSpPr>
          <p:cNvPr id="19" name="Freccia a destra 18">
            <a:extLst>
              <a:ext uri="{FF2B5EF4-FFF2-40B4-BE49-F238E27FC236}">
                <a16:creationId xmlns:a16="http://schemas.microsoft.com/office/drawing/2014/main" id="{208ED4CE-C162-9862-E980-180806072DCE}"/>
              </a:ext>
            </a:extLst>
          </p:cNvPr>
          <p:cNvSpPr/>
          <p:nvPr/>
        </p:nvSpPr>
        <p:spPr>
          <a:xfrm>
            <a:off x="5766805" y="1724891"/>
            <a:ext cx="396815" cy="224287"/>
          </a:xfrm>
          <a:prstGeom prst="rightArrow">
            <a:avLst/>
          </a:prstGeom>
          <a:solidFill>
            <a:schemeClr val="accent3">
              <a:lumMod val="7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it-IT"/>
          </a:p>
        </p:txBody>
      </p:sp>
      <p:sp>
        <p:nvSpPr>
          <p:cNvPr id="20" name="Freccia a destra 19">
            <a:extLst>
              <a:ext uri="{FF2B5EF4-FFF2-40B4-BE49-F238E27FC236}">
                <a16:creationId xmlns:a16="http://schemas.microsoft.com/office/drawing/2014/main" id="{7D09F3A5-66DD-A022-D9D9-A90FD903B5FE}"/>
              </a:ext>
            </a:extLst>
          </p:cNvPr>
          <p:cNvSpPr/>
          <p:nvPr/>
        </p:nvSpPr>
        <p:spPr>
          <a:xfrm>
            <a:off x="8696910" y="1724891"/>
            <a:ext cx="396815" cy="224287"/>
          </a:xfrm>
          <a:prstGeom prst="rightArrow">
            <a:avLst/>
          </a:prstGeom>
          <a:solidFill>
            <a:schemeClr val="accent3">
              <a:lumMod val="7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it-IT"/>
          </a:p>
        </p:txBody>
      </p:sp>
      <p:sp>
        <p:nvSpPr>
          <p:cNvPr id="21" name="CasellaDiTesto 20">
            <a:extLst>
              <a:ext uri="{FF2B5EF4-FFF2-40B4-BE49-F238E27FC236}">
                <a16:creationId xmlns:a16="http://schemas.microsoft.com/office/drawing/2014/main" id="{5383C2FC-0853-29FF-AD85-8B120C4078C2}"/>
              </a:ext>
            </a:extLst>
          </p:cNvPr>
          <p:cNvSpPr txBox="1"/>
          <p:nvPr/>
        </p:nvSpPr>
        <p:spPr>
          <a:xfrm>
            <a:off x="2928355" y="2676933"/>
            <a:ext cx="3143609" cy="261610"/>
          </a:xfrm>
          <a:prstGeom prst="rect">
            <a:avLst/>
          </a:prstGeom>
          <a:noFill/>
        </p:spPr>
        <p:txBody>
          <a:bodyPr wrap="square" rtlCol="0">
            <a:spAutoFit/>
          </a:bodyPr>
          <a:lstStyle/>
          <a:p>
            <a:pPr algn="ctr"/>
            <a:r>
              <a:rPr lang="it-IT" sz="1100" b="1" dirty="0"/>
              <a:t>Black and white and </a:t>
            </a:r>
            <a:r>
              <a:rPr lang="it-IT" sz="1100" b="1" dirty="0" err="1"/>
              <a:t>Gaussian</a:t>
            </a:r>
            <a:r>
              <a:rPr lang="it-IT" sz="1100" b="1" dirty="0"/>
              <a:t> Blur</a:t>
            </a:r>
          </a:p>
        </p:txBody>
      </p:sp>
      <p:sp>
        <p:nvSpPr>
          <p:cNvPr id="22" name="CasellaDiTesto 21">
            <a:extLst>
              <a:ext uri="{FF2B5EF4-FFF2-40B4-BE49-F238E27FC236}">
                <a16:creationId xmlns:a16="http://schemas.microsoft.com/office/drawing/2014/main" id="{D8B210F4-9925-B3E0-EA39-367B0A0F7FF9}"/>
              </a:ext>
            </a:extLst>
          </p:cNvPr>
          <p:cNvSpPr txBox="1"/>
          <p:nvPr/>
        </p:nvSpPr>
        <p:spPr>
          <a:xfrm>
            <a:off x="8788567" y="2676933"/>
            <a:ext cx="3143609" cy="261610"/>
          </a:xfrm>
          <a:prstGeom prst="rect">
            <a:avLst/>
          </a:prstGeom>
          <a:noFill/>
        </p:spPr>
        <p:txBody>
          <a:bodyPr wrap="square" rtlCol="0">
            <a:spAutoFit/>
          </a:bodyPr>
          <a:lstStyle/>
          <a:p>
            <a:pPr algn="ctr"/>
            <a:r>
              <a:rPr lang="it-IT" sz="1100" b="1" dirty="0" err="1"/>
              <a:t>Connected</a:t>
            </a:r>
            <a:r>
              <a:rPr lang="it-IT" sz="1100" b="1" dirty="0"/>
              <a:t> Components e </a:t>
            </a:r>
            <a:r>
              <a:rPr lang="it-IT" sz="1100" b="1" dirty="0" err="1"/>
              <a:t>Bounding</a:t>
            </a:r>
            <a:r>
              <a:rPr lang="it-IT" sz="1100" b="1" dirty="0"/>
              <a:t> Box</a:t>
            </a:r>
          </a:p>
        </p:txBody>
      </p:sp>
      <p:sp>
        <p:nvSpPr>
          <p:cNvPr id="23" name="CasellaDiTesto 22">
            <a:extLst>
              <a:ext uri="{FF2B5EF4-FFF2-40B4-BE49-F238E27FC236}">
                <a16:creationId xmlns:a16="http://schemas.microsoft.com/office/drawing/2014/main" id="{939D0F3C-D429-B10A-D790-80A05CA5156A}"/>
              </a:ext>
            </a:extLst>
          </p:cNvPr>
          <p:cNvSpPr txBox="1"/>
          <p:nvPr/>
        </p:nvSpPr>
        <p:spPr>
          <a:xfrm>
            <a:off x="5858460" y="2681086"/>
            <a:ext cx="3143609" cy="261610"/>
          </a:xfrm>
          <a:prstGeom prst="rect">
            <a:avLst/>
          </a:prstGeom>
          <a:noFill/>
        </p:spPr>
        <p:txBody>
          <a:bodyPr wrap="square" rtlCol="0">
            <a:spAutoFit/>
          </a:bodyPr>
          <a:lstStyle/>
          <a:p>
            <a:pPr algn="ctr"/>
            <a:r>
              <a:rPr lang="it-IT" sz="1100" b="1" dirty="0" err="1"/>
              <a:t>Threshold</a:t>
            </a:r>
            <a:endParaRPr lang="it-IT" sz="1100" b="1" dirty="0"/>
          </a:p>
        </p:txBody>
      </p:sp>
      <p:sp>
        <p:nvSpPr>
          <p:cNvPr id="24" name="CasellaDiTesto 23">
            <a:extLst>
              <a:ext uri="{FF2B5EF4-FFF2-40B4-BE49-F238E27FC236}">
                <a16:creationId xmlns:a16="http://schemas.microsoft.com/office/drawing/2014/main" id="{357C4C01-B9C9-B4A9-D781-A36D82A793AF}"/>
              </a:ext>
            </a:extLst>
          </p:cNvPr>
          <p:cNvSpPr txBox="1"/>
          <p:nvPr/>
        </p:nvSpPr>
        <p:spPr>
          <a:xfrm>
            <a:off x="-108501" y="2672780"/>
            <a:ext cx="3143609" cy="261610"/>
          </a:xfrm>
          <a:prstGeom prst="rect">
            <a:avLst/>
          </a:prstGeom>
          <a:noFill/>
        </p:spPr>
        <p:txBody>
          <a:bodyPr wrap="square" rtlCol="0">
            <a:spAutoFit/>
          </a:bodyPr>
          <a:lstStyle/>
          <a:p>
            <a:pPr algn="ctr"/>
            <a:r>
              <a:rPr lang="it-IT" sz="1100" b="1" dirty="0" err="1"/>
              <a:t>Raw</a:t>
            </a:r>
            <a:endParaRPr lang="it-IT" sz="1100" b="1" dirty="0"/>
          </a:p>
        </p:txBody>
      </p:sp>
      <p:sp>
        <p:nvSpPr>
          <p:cNvPr id="25" name="CasellaDiTesto 24">
            <a:extLst>
              <a:ext uri="{FF2B5EF4-FFF2-40B4-BE49-F238E27FC236}">
                <a16:creationId xmlns:a16="http://schemas.microsoft.com/office/drawing/2014/main" id="{F0975A71-D500-344C-957D-F2F469266BB4}"/>
              </a:ext>
            </a:extLst>
          </p:cNvPr>
          <p:cNvSpPr txBox="1"/>
          <p:nvPr/>
        </p:nvSpPr>
        <p:spPr>
          <a:xfrm>
            <a:off x="1064822" y="4190584"/>
            <a:ext cx="9660328" cy="2308324"/>
          </a:xfrm>
          <a:prstGeom prst="rect">
            <a:avLst/>
          </a:prstGeom>
          <a:noFill/>
        </p:spPr>
        <p:txBody>
          <a:bodyPr wrap="square" rtlCol="0">
            <a:spAutoFit/>
          </a:bodyPr>
          <a:lstStyle/>
          <a:p>
            <a:r>
              <a:rPr lang="it-IT" dirty="0"/>
              <a:t>L’elaborazione effettuata in </a:t>
            </a:r>
            <a:r>
              <a:rPr lang="it-IT" dirty="0" err="1"/>
              <a:t>OpenCV</a:t>
            </a:r>
            <a:r>
              <a:rPr lang="it-IT" dirty="0"/>
              <a:t> ogni volta che arriva un fotogramma effettua prima una conversione in scala di grigi. Dopodiché viene applicata una sfocatura Gaussiana per eliminare eventuali disturbi dovuti a piccoli punti luminosi e per ridurre l’effetto delle minime variazioni di una zona luminosa. Successivamente con una soglia vengono scartati tutte le zone di bassa luminosità. L’ultima elaborazione consiste nell’individuare i pixel connessi (</a:t>
            </a:r>
            <a:r>
              <a:rPr lang="it-IT" dirty="0" err="1"/>
              <a:t>Connected</a:t>
            </a:r>
            <a:r>
              <a:rPr lang="it-IT" dirty="0"/>
              <a:t> Components) e disegnare una </a:t>
            </a:r>
            <a:r>
              <a:rPr lang="it-IT" dirty="0" err="1"/>
              <a:t>bounding</a:t>
            </a:r>
            <a:r>
              <a:rPr lang="it-IT" dirty="0"/>
              <a:t> box attorno a ognuna delle zone individuate.</a:t>
            </a:r>
          </a:p>
          <a:p>
            <a:r>
              <a:rPr lang="it-IT" dirty="0"/>
              <a:t>A partire dall’elaborazione in </a:t>
            </a:r>
            <a:r>
              <a:rPr lang="it-IT" dirty="0" err="1"/>
              <a:t>OpenCV</a:t>
            </a:r>
            <a:r>
              <a:rPr lang="it-IT" dirty="0"/>
              <a:t> vengono inviate tramite Bluetooth SPP all’HC-05 il centro di fino a due zone luminose e la loro dimensione relativa.</a:t>
            </a:r>
          </a:p>
        </p:txBody>
      </p:sp>
    </p:spTree>
    <p:extLst>
      <p:ext uri="{BB962C8B-B14F-4D97-AF65-F5344CB8AC3E}">
        <p14:creationId xmlns:p14="http://schemas.microsoft.com/office/powerpoint/2010/main" val="3275423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8" hidden="1">
            <a:extLst>
              <a:ext uri="{FF2B5EF4-FFF2-40B4-BE49-F238E27FC236}">
                <a16:creationId xmlns:a16="http://schemas.microsoft.com/office/drawing/2014/main" id="{9FDB6406-0CDB-4213-A1B6-DE47D953FED3}"/>
              </a:ext>
            </a:extLst>
          </p:cNvPr>
          <p:cNvSpPr>
            <a:spLocks noGrp="1"/>
          </p:cNvSpPr>
          <p:nvPr>
            <p:ph type="title" idx="4294967295"/>
          </p:nvPr>
        </p:nvSpPr>
        <p:spPr>
          <a:xfrm>
            <a:off x="0" y="365125"/>
            <a:ext cx="10515600" cy="1325563"/>
          </a:xfrm>
        </p:spPr>
        <p:txBody>
          <a:bodyPr rtlCol="0"/>
          <a:lstStyle/>
          <a:p>
            <a:r>
              <a:rPr lang="it-IT" dirty="0"/>
              <a:t>Analisi progetto diapositiva 3</a:t>
            </a:r>
          </a:p>
        </p:txBody>
      </p:sp>
      <p:cxnSp>
        <p:nvCxnSpPr>
          <p:cNvPr id="8" name="Connettore diritto 7">
            <a:extLst>
              <a:ext uri="{FF2B5EF4-FFF2-40B4-BE49-F238E27FC236}">
                <a16:creationId xmlns:a16="http://schemas.microsoft.com/office/drawing/2014/main" id="{D0986099-F5F2-4E8B-BE17-81194861A00C}"/>
              </a:ext>
              <a:ext uri="{C183D7F6-B498-43B3-948B-1728B52AA6E4}">
                <adec:decorative xmlns:adec="http://schemas.microsoft.com/office/drawing/2017/decorative" val="1"/>
              </a:ext>
            </a:extLst>
          </p:cNvPr>
          <p:cNvCxnSpPr>
            <a:cxnSpLocks/>
          </p:cNvCxnSpPr>
          <p:nvPr/>
        </p:nvCxnSpPr>
        <p:spPr>
          <a:xfrm>
            <a:off x="8105775" y="522898"/>
            <a:ext cx="4086225" cy="0"/>
          </a:xfrm>
          <a:prstGeom prst="line">
            <a:avLst/>
          </a:prstGeom>
          <a:ln>
            <a:solidFill>
              <a:schemeClr val="accent3">
                <a:lumMod val="50000"/>
              </a:schemeClr>
            </a:solidFill>
            <a:headEnd type="oval"/>
          </a:ln>
        </p:spPr>
        <p:style>
          <a:lnRef idx="1">
            <a:schemeClr val="accent1"/>
          </a:lnRef>
          <a:fillRef idx="0">
            <a:schemeClr val="accent1"/>
          </a:fillRef>
          <a:effectRef idx="0">
            <a:schemeClr val="accent1"/>
          </a:effectRef>
          <a:fontRef idx="minor">
            <a:schemeClr val="tx1"/>
          </a:fontRef>
        </p:style>
      </p:cxnSp>
      <p:sp>
        <p:nvSpPr>
          <p:cNvPr id="11" name="Titolo 1">
            <a:extLst>
              <a:ext uri="{FF2B5EF4-FFF2-40B4-BE49-F238E27FC236}">
                <a16:creationId xmlns:a16="http://schemas.microsoft.com/office/drawing/2014/main" id="{4E3F5479-058B-4FA8-92E9-18CAB8CDC5C5}"/>
              </a:ext>
            </a:extLst>
          </p:cNvPr>
          <p:cNvSpPr txBox="1">
            <a:spLocks/>
          </p:cNvSpPr>
          <p:nvPr/>
        </p:nvSpPr>
        <p:spPr>
          <a:xfrm>
            <a:off x="228600" y="173247"/>
            <a:ext cx="11734800" cy="387798"/>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rtl="0"/>
            <a:r>
              <a:rPr lang="it-IT" sz="2800" b="1" dirty="0">
                <a:solidFill>
                  <a:schemeClr val="tx1">
                    <a:lumMod val="75000"/>
                    <a:lumOff val="25000"/>
                  </a:schemeClr>
                </a:solidFill>
              </a:rPr>
              <a:t>HC-05: ricezione dati Bluetooth</a:t>
            </a:r>
            <a:endParaRPr lang="it-IT" sz="2800" dirty="0">
              <a:solidFill>
                <a:schemeClr val="tx1">
                  <a:lumMod val="75000"/>
                  <a:lumOff val="25000"/>
                </a:schemeClr>
              </a:solidFill>
            </a:endParaRPr>
          </a:p>
        </p:txBody>
      </p:sp>
      <p:cxnSp>
        <p:nvCxnSpPr>
          <p:cNvPr id="14" name="Connettore diritto 13">
            <a:extLst>
              <a:ext uri="{FF2B5EF4-FFF2-40B4-BE49-F238E27FC236}">
                <a16:creationId xmlns:a16="http://schemas.microsoft.com/office/drawing/2014/main" id="{83E690F4-843A-47A5-8620-4FB01C0D8E68}"/>
              </a:ext>
              <a:ext uri="{C183D7F6-B498-43B3-948B-1728B52AA6E4}">
                <adec:decorative xmlns:adec="http://schemas.microsoft.com/office/drawing/2017/decorative" val="1"/>
              </a:ext>
            </a:extLst>
          </p:cNvPr>
          <p:cNvCxnSpPr>
            <a:cxnSpLocks/>
          </p:cNvCxnSpPr>
          <p:nvPr/>
        </p:nvCxnSpPr>
        <p:spPr>
          <a:xfrm>
            <a:off x="0" y="522898"/>
            <a:ext cx="4086225" cy="0"/>
          </a:xfrm>
          <a:prstGeom prst="line">
            <a:avLst/>
          </a:prstGeom>
          <a:ln>
            <a:solidFill>
              <a:schemeClr val="accent3">
                <a:lumMod val="50000"/>
              </a:schemeClr>
            </a:solidFill>
            <a:tailEnd type="oval"/>
          </a:ln>
        </p:spPr>
        <p:style>
          <a:lnRef idx="1">
            <a:schemeClr val="accent1"/>
          </a:lnRef>
          <a:fillRef idx="0">
            <a:schemeClr val="accent1"/>
          </a:fillRef>
          <a:effectRef idx="0">
            <a:schemeClr val="accent1"/>
          </a:effectRef>
          <a:fontRef idx="minor">
            <a:schemeClr val="tx1"/>
          </a:fontRef>
        </p:style>
      </p:cxnSp>
      <p:pic>
        <p:nvPicPr>
          <p:cNvPr id="3" name="Immagine 2">
            <a:extLst>
              <a:ext uri="{FF2B5EF4-FFF2-40B4-BE49-F238E27FC236}">
                <a16:creationId xmlns:a16="http://schemas.microsoft.com/office/drawing/2014/main" id="{6877B53F-1A71-60E3-79C4-24FC2DD325B6}"/>
              </a:ext>
            </a:extLst>
          </p:cNvPr>
          <p:cNvPicPr>
            <a:picLocks noChangeAspect="1"/>
          </p:cNvPicPr>
          <p:nvPr/>
        </p:nvPicPr>
        <p:blipFill>
          <a:blip r:embed="rId3"/>
          <a:stretch>
            <a:fillRect/>
          </a:stretch>
        </p:blipFill>
        <p:spPr>
          <a:xfrm>
            <a:off x="333472" y="827417"/>
            <a:ext cx="4111328" cy="5857336"/>
          </a:xfrm>
          <a:prstGeom prst="rect">
            <a:avLst/>
          </a:prstGeom>
        </p:spPr>
      </p:pic>
      <p:sp>
        <p:nvSpPr>
          <p:cNvPr id="25" name="CasellaDiTesto 24">
            <a:extLst>
              <a:ext uri="{FF2B5EF4-FFF2-40B4-BE49-F238E27FC236}">
                <a16:creationId xmlns:a16="http://schemas.microsoft.com/office/drawing/2014/main" id="{3FBBECBF-C15E-5EE5-6248-DFABE0671752}"/>
              </a:ext>
            </a:extLst>
          </p:cNvPr>
          <p:cNvSpPr txBox="1"/>
          <p:nvPr/>
        </p:nvSpPr>
        <p:spPr>
          <a:xfrm>
            <a:off x="4847468" y="671006"/>
            <a:ext cx="7115932" cy="5632311"/>
          </a:xfrm>
          <a:prstGeom prst="rect">
            <a:avLst/>
          </a:prstGeom>
          <a:noFill/>
        </p:spPr>
        <p:txBody>
          <a:bodyPr wrap="square" rtlCol="0">
            <a:spAutoFit/>
          </a:bodyPr>
          <a:lstStyle/>
          <a:p>
            <a:r>
              <a:rPr lang="it-IT" dirty="0"/>
              <a:t>Nel caso in cui venga individuata una sola zona luminosa questa viene usata come puntatore disegnando un quadrato rosso sull’ST7735. </a:t>
            </a:r>
          </a:p>
          <a:p>
            <a:endParaRPr lang="it-IT" dirty="0"/>
          </a:p>
          <a:p>
            <a:r>
              <a:rPr lang="it-IT" dirty="0"/>
              <a:t>Nel caso in cui vengano individuate due zone luminose il loro punto medio viene disegnato a schermo come quadrato rosso. La dimensione relativa delle due zone luminose viene utilizzata per calcolare e visualizzare un’approssimazione del puntatore (quadrato bianco) che tenga conto della prospettiva. </a:t>
            </a:r>
          </a:p>
          <a:p>
            <a:r>
              <a:rPr lang="it-IT" dirty="0"/>
              <a:t>Infatti se una zona luminosa che si trova a destra risulta essere più grande di una a sinistra il puntatore deve essere spostato più verso sinistra; viceversa se la zona luminosa a sinistra dell’immagine è più grande di quella a destra allora si può spostare il puntatore più verso destra.</a:t>
            </a:r>
          </a:p>
          <a:p>
            <a:endParaRPr lang="it-IT" dirty="0"/>
          </a:p>
          <a:p>
            <a:r>
              <a:rPr lang="it-IT" dirty="0"/>
              <a:t>Per quanto riguarda l’aspetto implementativo è stata realizzata un’interruzione sulla ricezione mediante UART. In questa interruzione per prima cosa vengono colorate di nero le zone occupate precedentemente dai puntatori, dopodiché vengono estratte e convertite le informazioni ricevute dall’HC-05 e infine dopo i necessari calcoli vengono disegnati i nuovi puntatori.</a:t>
            </a:r>
          </a:p>
        </p:txBody>
      </p:sp>
    </p:spTree>
    <p:extLst>
      <p:ext uri="{BB962C8B-B14F-4D97-AF65-F5344CB8AC3E}">
        <p14:creationId xmlns:p14="http://schemas.microsoft.com/office/powerpoint/2010/main" val="6876412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zigZag">
          <a:fgClr>
            <a:schemeClr val="accent3">
              <a:lumMod val="75000"/>
            </a:schemeClr>
          </a:fgClr>
          <a:bgClr>
            <a:schemeClr val="accent3">
              <a:lumMod val="50000"/>
            </a:schemeClr>
          </a:bgClr>
        </a:pattFill>
        <a:effectLst/>
      </p:bgPr>
    </p:bg>
    <p:spTree>
      <p:nvGrpSpPr>
        <p:cNvPr id="1" name=""/>
        <p:cNvGrpSpPr/>
        <p:nvPr/>
      </p:nvGrpSpPr>
      <p:grpSpPr>
        <a:xfrm>
          <a:off x="0" y="0"/>
          <a:ext cx="0" cy="0"/>
          <a:chOff x="0" y="0"/>
          <a:chExt cx="0" cy="0"/>
        </a:xfrm>
      </p:grpSpPr>
      <p:grpSp>
        <p:nvGrpSpPr>
          <p:cNvPr id="11" name="Gruppo 10">
            <a:extLst>
              <a:ext uri="{FF2B5EF4-FFF2-40B4-BE49-F238E27FC236}">
                <a16:creationId xmlns:a16="http://schemas.microsoft.com/office/drawing/2014/main" id="{62A21665-C64F-4BDA-B2DE-442D70605718}"/>
              </a:ext>
              <a:ext uri="{C183D7F6-B498-43B3-948B-1728B52AA6E4}">
                <adec:decorative xmlns:adec="http://schemas.microsoft.com/office/drawing/2017/decorative" val="1"/>
              </a:ext>
            </a:extLst>
          </p:cNvPr>
          <p:cNvGrpSpPr/>
          <p:nvPr/>
        </p:nvGrpSpPr>
        <p:grpSpPr>
          <a:xfrm>
            <a:off x="4325258" y="1544068"/>
            <a:ext cx="3541486" cy="3769865"/>
            <a:chOff x="4325258" y="1229517"/>
            <a:chExt cx="3541486" cy="3769865"/>
          </a:xfrm>
        </p:grpSpPr>
        <p:sp>
          <p:nvSpPr>
            <p:cNvPr id="12" name="Rombo 11">
              <a:extLst>
                <a:ext uri="{FF2B5EF4-FFF2-40B4-BE49-F238E27FC236}">
                  <a16:creationId xmlns:a16="http://schemas.microsoft.com/office/drawing/2014/main" id="{7DC8B409-5FAC-4539-B25A-26BE925A48AF}"/>
                </a:ext>
              </a:extLst>
            </p:cNvPr>
            <p:cNvSpPr/>
            <p:nvPr/>
          </p:nvSpPr>
          <p:spPr>
            <a:xfrm>
              <a:off x="4792319" y="2392018"/>
              <a:ext cx="2607364" cy="2607364"/>
            </a:xfrm>
            <a:prstGeom prst="diamond">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t-IT" dirty="0"/>
            </a:p>
          </p:txBody>
        </p:sp>
        <p:sp>
          <p:nvSpPr>
            <p:cNvPr id="13" name="Rombo 12">
              <a:extLst>
                <a:ext uri="{FF2B5EF4-FFF2-40B4-BE49-F238E27FC236}">
                  <a16:creationId xmlns:a16="http://schemas.microsoft.com/office/drawing/2014/main" id="{91498E2F-539C-46D3-AF7C-BB1DAE76B114}"/>
                </a:ext>
              </a:extLst>
            </p:cNvPr>
            <p:cNvSpPr/>
            <p:nvPr/>
          </p:nvSpPr>
          <p:spPr>
            <a:xfrm>
              <a:off x="4325258" y="1229517"/>
              <a:ext cx="3541486" cy="3541486"/>
            </a:xfrm>
            <a:prstGeom prst="diamond">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t-IT" dirty="0"/>
            </a:p>
          </p:txBody>
        </p:sp>
      </p:grpSp>
      <p:sp>
        <p:nvSpPr>
          <p:cNvPr id="15" name="Titolo 1">
            <a:extLst>
              <a:ext uri="{FF2B5EF4-FFF2-40B4-BE49-F238E27FC236}">
                <a16:creationId xmlns:a16="http://schemas.microsoft.com/office/drawing/2014/main" id="{FA061601-468D-486D-B8EE-42BD1BE3ADCC}"/>
              </a:ext>
            </a:extLst>
          </p:cNvPr>
          <p:cNvSpPr>
            <a:spLocks noGrp="1"/>
          </p:cNvSpPr>
          <p:nvPr>
            <p:ph type="ctrTitle"/>
          </p:nvPr>
        </p:nvSpPr>
        <p:spPr>
          <a:xfrm>
            <a:off x="1524000" y="2930403"/>
            <a:ext cx="9144000" cy="997196"/>
          </a:xfrm>
        </p:spPr>
        <p:txBody>
          <a:bodyPr lIns="0" tIns="0" rIns="0" bIns="0" rtlCol="0" anchor="ctr">
            <a:spAutoFit/>
          </a:bodyPr>
          <a:lstStyle/>
          <a:p>
            <a:pPr rtl="0"/>
            <a:r>
              <a:rPr lang="it-IT" sz="7200" b="1" dirty="0">
                <a:solidFill>
                  <a:schemeClr val="bg1"/>
                </a:solidFill>
              </a:rPr>
              <a:t>Grazie</a:t>
            </a:r>
            <a:endParaRPr lang="it-IT" sz="7200" dirty="0">
              <a:solidFill>
                <a:schemeClr val="accent4"/>
              </a:solidFill>
            </a:endParaRPr>
          </a:p>
        </p:txBody>
      </p:sp>
    </p:spTree>
    <p:extLst>
      <p:ext uri="{BB962C8B-B14F-4D97-AF65-F5344CB8AC3E}">
        <p14:creationId xmlns:p14="http://schemas.microsoft.com/office/powerpoint/2010/main" val="1923038163"/>
      </p:ext>
    </p:extLst>
  </p:cSld>
  <p:clrMapOvr>
    <a:masterClrMapping/>
  </p:clrMapOvr>
</p:sld>
</file>

<file path=ppt/theme/theme1.xml><?xml version="1.0" encoding="utf-8"?>
<a:theme xmlns:a="http://schemas.openxmlformats.org/drawingml/2006/main" name="Tema di Office">
  <a:themeElements>
    <a:clrScheme name="Custom 73">
      <a:dk1>
        <a:srgbClr val="000000"/>
      </a:dk1>
      <a:lt1>
        <a:sysClr val="window" lastClr="FFFFFF"/>
      </a:lt1>
      <a:dk2>
        <a:srgbClr val="585858"/>
      </a:dk2>
      <a:lt2>
        <a:srgbClr val="E3E3E3"/>
      </a:lt2>
      <a:accent1>
        <a:srgbClr val="E20613"/>
      </a:accent1>
      <a:accent2>
        <a:srgbClr val="A9C038"/>
      </a:accent2>
      <a:accent3>
        <a:srgbClr val="11AEC7"/>
      </a:accent3>
      <a:accent4>
        <a:srgbClr val="F59F26"/>
      </a:accent4>
      <a:accent5>
        <a:srgbClr val="0062A9"/>
      </a:accent5>
      <a:accent6>
        <a:srgbClr val="EB6047"/>
      </a:accent6>
      <a:hlink>
        <a:srgbClr val="8ED9F6"/>
      </a:hlink>
      <a:folHlink>
        <a:srgbClr val="C00000"/>
      </a:folHlink>
    </a:clrScheme>
    <a:fontScheme name="Modern 01">
      <a:majorFont>
        <a:latin typeface="Century Gothic"/>
        <a:ea typeface=""/>
        <a:cs typeface=""/>
      </a:majorFont>
      <a:minorFont>
        <a:latin typeface="Segoe U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30740442_TF78455520.potx" id="{18B1944C-1E7D-43C4-975E-E50ACFFDB4A4}" vid="{83F0D432-2B92-4580-B168-71CC71A93FAD}"/>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Analisi di progetto, da 24Slides</Template>
  <TotalTime>1615</TotalTime>
  <Words>2676</Words>
  <Application>Microsoft Office PowerPoint</Application>
  <PresentationFormat>Widescreen</PresentationFormat>
  <Paragraphs>264</Paragraphs>
  <Slides>22</Slides>
  <Notes>22</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22</vt:i4>
      </vt:variant>
    </vt:vector>
  </HeadingPairs>
  <TitlesOfParts>
    <vt:vector size="28" baseType="lpstr">
      <vt:lpstr>Arial</vt:lpstr>
      <vt:lpstr>Calibri</vt:lpstr>
      <vt:lpstr>Century Gothic</vt:lpstr>
      <vt:lpstr>Segoe UI</vt:lpstr>
      <vt:lpstr>Segoe UI Light</vt:lpstr>
      <vt:lpstr>Tema di Office</vt:lpstr>
      <vt:lpstr>AndroidMote</vt:lpstr>
      <vt:lpstr>Analisi progetto diapositiva 2</vt:lpstr>
      <vt:lpstr>Analisi progetto diapositiva 2</vt:lpstr>
      <vt:lpstr>Analisi progetto diapositiva 2</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Analisi progetto diapositiva 3</vt:lpstr>
      <vt:lpstr>Grazie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 del progetto Presentazione</dc:title>
  <dc:creator>RAFFAELE CARILLO</dc:creator>
  <cp:lastModifiedBy>RAFFAELE CARILLO</cp:lastModifiedBy>
  <cp:revision>4</cp:revision>
  <dcterms:created xsi:type="dcterms:W3CDTF">2022-06-30T00:00:41Z</dcterms:created>
  <dcterms:modified xsi:type="dcterms:W3CDTF">2026-02-20T00:11:42Z</dcterms:modified>
</cp:coreProperties>
</file>